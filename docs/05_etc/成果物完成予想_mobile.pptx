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7" r:id="rId4"/>
    <p:sldId id="259" r:id="rId5"/>
    <p:sldId id="260" r:id="rId6"/>
    <p:sldId id="264" r:id="rId7"/>
    <p:sldId id="263" r:id="rId8"/>
    <p:sldId id="266" r:id="rId9"/>
    <p:sldId id="265" r:id="rId10"/>
    <p:sldId id="268" r:id="rId11"/>
    <p:sldId id="269" r:id="rId12"/>
    <p:sldId id="270" r:id="rId13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4"/>
    <a:srgbClr val="F7F7F6"/>
    <a:srgbClr val="FDFDFD"/>
    <a:srgbClr val="F3F3F1"/>
    <a:srgbClr val="EBEBE9"/>
    <a:srgbClr val="EDE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308" autoAdjust="0"/>
  </p:normalViewPr>
  <p:slideViewPr>
    <p:cSldViewPr snapToGrid="0">
      <p:cViewPr>
        <p:scale>
          <a:sx n="46" d="100"/>
          <a:sy n="46" d="100"/>
        </p:scale>
        <p:origin x="144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7B685-C880-4E0C-AD67-00003C90849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D7E87-6320-47CC-88AB-BB3950751D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103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D7E87-6320-47CC-88AB-BB3950751DD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43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3A18-0FD2-25FC-8DF6-5D639E49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83B062-0891-C6FC-5C6D-BF763CF52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5BA801-7FF5-AE79-6C9B-56CD8C475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87B2E2-AB6D-76E4-FD79-24501D419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D7E87-6320-47CC-88AB-BB3950751DD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94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B17C-990F-AEFF-BCE3-5A3EA00BA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6859F10-22F8-9FD6-58CE-1AC623C6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67DF05-3D2B-0AB2-853B-73E885396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7E02F6-A763-CF15-6ACE-8EF445F5A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D7E87-6320-47CC-88AB-BB3950751DD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2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308C43-7F16-63EF-AD70-763A56A02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F62927-58A0-FCDC-70F5-2B29075A7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4B98B0-464E-53FF-DCF0-B3C19B8E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01A7E2-6033-5F88-4C4A-365089F2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01BB19-F326-26BF-1D7A-D772846C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62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7DA9A6-4D80-22B5-2F1A-9A585539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5B2068-1ABF-A109-31E0-30C773AB2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5F4AF1-ED0E-3A07-6CBF-04AEB9CAC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10B52D-B3E8-D82F-5603-84F8BBB8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33DF3E-24C1-7F4E-EDA5-757DBEC3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4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0790F-5BA2-F098-4356-E5C41320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28C2EC-3FAC-6EE0-A1BC-9CAD911A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C5159-EA7B-B795-AE53-31A2B2AD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E96E4C-303F-5F8B-B94D-2B83B34D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D2548E-B877-764D-AB31-8C2A6A9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68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087DE-655D-777F-7891-B95F9161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9F9129-4CDF-92A3-279D-5F519A6013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40F054-84AE-F465-698F-6A497D229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DCC5BF-DC11-55DE-E79A-6311295F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49CE63-93BF-D307-99EC-C1812371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12A799-1431-34D1-36F0-2D301B59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77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53FF81-C2E4-2B0C-75DC-36DA7020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2530EB-D97B-B31E-FA31-E8493AE80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4148B6-DD53-39C9-35D9-A0BAC8A7D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B8904C-50BA-4D92-490F-8AA396E84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A286A8-2AEB-C189-A9F6-241A40F5C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D09417A-0330-2E6F-C5B0-0779A975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6BC74D-EE2E-7B70-BFAE-70385E84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5AE7DD-021B-C442-B7ED-02E9DDC3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82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2BFF2-2756-88C0-7CA6-6406D2E6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ECDDE3-DB52-BE1E-2956-71AB7380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476EF5-B1D3-5777-CB2B-6579206E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427F63-127D-8691-2D10-C681FCF3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82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3EE9AB-171D-97B4-CB8F-1E3F63EF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0C8745-88A5-9FED-BAF6-CBE37D4F6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06AABD-8891-1CAD-3712-C3454305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374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A89E78-8193-0AE6-D22A-A0CB60E8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E13ADF-B2D8-9953-D1F0-227C3F558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581E7B-E0ED-C975-8B03-2D37ABB7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56A34A-0C29-3642-3819-FD2BD532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422B7E2-307B-F860-D1E5-46C18B6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0CD084-B7CF-90CB-AA2F-F2D9AB72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86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AF965-68FA-6707-DE52-758AA59E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600DDE-424D-535C-9280-A9B2D91CE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25B43C-8298-94F8-826D-A79ED8EEA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D809D5-0F58-D376-6712-1B585FDF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1D65EF-68B3-1C3A-CF2C-7B0F2FFC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99C759-AA5E-C980-407F-39A73EADB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23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B822E1-564F-61AA-CF27-191B5F94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660B87-F2C9-F8BC-166B-315A20ABE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14EA30-CBF4-E213-6BC3-4570514D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33D84-1467-5F96-D607-E272EE44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0C48BC-FDA9-3691-2945-21F6FE25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6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3102C2-730E-AC62-439D-25015A5B0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67D56E-5A4D-1928-326C-524B269EA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3B9C60-CFC8-37E8-A6A9-EF725FB7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7F242-F0A2-C7E1-466E-FD877D1D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4D0D39-3728-41A0-66F9-6BBECDB89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52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EE7146-8FBF-7AD4-5265-DAAD9485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1B28F4-F741-75E1-D16F-35A6F5CF1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F185B3-9DD0-4D53-24DC-574F6BD87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C4DB2-1047-4B0E-8E5A-3D5E6B8618BC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96ED70-CB23-24E4-1F17-BEDC8C4CE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ADCAC-E217-808E-3DFE-ACCA80318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D8C2B4-87B5-40F8-8FD3-888AC568E8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05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12" Type="http://schemas.openxmlformats.org/officeDocument/2006/relationships/hyperlink" Target="mailto:j-smith@example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mailto:y-nakamura@example.com" TargetMode="External"/><Relationship Id="rId5" Type="http://schemas.openxmlformats.org/officeDocument/2006/relationships/image" Target="../media/image7.png"/><Relationship Id="rId10" Type="http://schemas.openxmlformats.org/officeDocument/2006/relationships/hyperlink" Target="mailto:h-suzuki@example.com" TargetMode="External"/><Relationship Id="rId4" Type="http://schemas.openxmlformats.org/officeDocument/2006/relationships/image" Target="../media/image6.svg"/><Relationship Id="rId9" Type="http://schemas.openxmlformats.org/officeDocument/2006/relationships/hyperlink" Target="mailto:t-tanaka@example.co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9.svg"/><Relationship Id="rId3" Type="http://schemas.openxmlformats.org/officeDocument/2006/relationships/image" Target="../media/image5.svg"/><Relationship Id="rId7" Type="http://schemas.openxmlformats.org/officeDocument/2006/relationships/image" Target="../media/image4.png"/><Relationship Id="rId12" Type="http://schemas.openxmlformats.org/officeDocument/2006/relationships/hyperlink" Target="mailto:j-smith@example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mailto:y-nakamura@example.com" TargetMode="External"/><Relationship Id="rId5" Type="http://schemas.openxmlformats.org/officeDocument/2006/relationships/image" Target="../media/image7.png"/><Relationship Id="rId10" Type="http://schemas.openxmlformats.org/officeDocument/2006/relationships/hyperlink" Target="mailto:h-suzuki@example.com" TargetMode="External"/><Relationship Id="rId4" Type="http://schemas.openxmlformats.org/officeDocument/2006/relationships/image" Target="../media/image6.svg"/><Relationship Id="rId9" Type="http://schemas.openxmlformats.org/officeDocument/2006/relationships/hyperlink" Target="mailto:t-tanaka@example.co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3.svg"/><Relationship Id="rId1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3.svg"/><Relationship Id="rId1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3.svg"/><Relationship Id="rId5" Type="http://schemas.openxmlformats.org/officeDocument/2006/relationships/image" Target="../media/image18.png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0.svg"/><Relationship Id="rId1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9.svg"/><Relationship Id="rId4" Type="http://schemas.openxmlformats.org/officeDocument/2006/relationships/image" Target="../media/image21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7.svg"/><Relationship Id="rId3" Type="http://schemas.openxmlformats.org/officeDocument/2006/relationships/image" Target="../media/image5.svg"/><Relationship Id="rId7" Type="http://schemas.openxmlformats.org/officeDocument/2006/relationships/image" Target="../media/image10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5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svg"/><Relationship Id="rId1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12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0.png"/><Relationship Id="rId5" Type="http://schemas.openxmlformats.org/officeDocument/2006/relationships/image" Target="../media/image3.png"/><Relationship Id="rId10" Type="http://schemas.openxmlformats.org/officeDocument/2006/relationships/image" Target="../media/image16.svg"/><Relationship Id="rId4" Type="http://schemas.openxmlformats.org/officeDocument/2006/relationships/image" Target="../media/image7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3A345A-AE4D-2C46-0EE6-FC08E619B4C9}"/>
              </a:ext>
            </a:extLst>
          </p:cNvPr>
          <p:cNvSpPr txBox="1"/>
          <p:nvPr/>
        </p:nvSpPr>
        <p:spPr>
          <a:xfrm>
            <a:off x="3870832" y="968187"/>
            <a:ext cx="44503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社員情報管理システム</a:t>
            </a:r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294AEF1-688C-939F-C574-FB0B3B3FF4C3}"/>
              </a:ext>
            </a:extLst>
          </p:cNvPr>
          <p:cNvGrpSpPr/>
          <p:nvPr/>
        </p:nvGrpSpPr>
        <p:grpSpPr>
          <a:xfrm>
            <a:off x="3870832" y="2277882"/>
            <a:ext cx="4450336" cy="649876"/>
            <a:chOff x="3870832" y="2503461"/>
            <a:chExt cx="4450336" cy="649876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AAEFE2C7-5C75-CCED-D083-9067B5F666AE}"/>
                </a:ext>
              </a:extLst>
            </p:cNvPr>
            <p:cNvSpPr txBox="1"/>
            <p:nvPr/>
          </p:nvSpPr>
          <p:spPr>
            <a:xfrm>
              <a:off x="3870832" y="2775492"/>
              <a:ext cx="4450336" cy="377845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/>
                <a:t>　　</a:t>
              </a:r>
              <a:r>
                <a:rPr kumimoji="1" lang="ja-JP" altLang="en-US" sz="11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ログイン</a:t>
              </a:r>
              <a:r>
                <a:rPr kumimoji="1" lang="en-US" altLang="ja-JP" sz="11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ID</a:t>
              </a:r>
              <a:r>
                <a:rPr kumimoji="1" lang="ja-JP" altLang="en-US" sz="11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を入力</a:t>
              </a:r>
              <a:endParaRPr kumimoji="1" lang="ja-JP" altLang="en-US" sz="16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662C15BB-77D8-63EE-D92C-C45AD352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0819" y="2855556"/>
              <a:ext cx="217715" cy="217715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63D7B66-F28A-163C-5983-881833B59838}"/>
                </a:ext>
              </a:extLst>
            </p:cNvPr>
            <p:cNvSpPr txBox="1"/>
            <p:nvPr/>
          </p:nvSpPr>
          <p:spPr>
            <a:xfrm>
              <a:off x="3870832" y="2503461"/>
              <a:ext cx="93611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100" b="1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ログイン</a:t>
              </a:r>
              <a:r>
                <a:rPr kumimoji="1" lang="en-US" altLang="ja-JP" sz="1100" b="1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ID</a:t>
              </a:r>
              <a:endParaRPr kumimoji="1" lang="ja-JP" altLang="en-US" sz="11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D919623-7B52-DEF1-E318-30F1BD640CF5}"/>
              </a:ext>
            </a:extLst>
          </p:cNvPr>
          <p:cNvGrpSpPr/>
          <p:nvPr/>
        </p:nvGrpSpPr>
        <p:grpSpPr>
          <a:xfrm>
            <a:off x="3870832" y="3348593"/>
            <a:ext cx="4450336" cy="637536"/>
            <a:chOff x="3870832" y="3256050"/>
            <a:chExt cx="4450336" cy="637536"/>
          </a:xfrm>
        </p:grpSpPr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C236B8F7-78FE-0A8F-8A04-00361F4AB75A}"/>
                </a:ext>
              </a:extLst>
            </p:cNvPr>
            <p:cNvSpPr txBox="1"/>
            <p:nvPr/>
          </p:nvSpPr>
          <p:spPr>
            <a:xfrm>
              <a:off x="3870832" y="3515741"/>
              <a:ext cx="4450336" cy="377845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ja-JP" altLang="en-US" sz="1600" dirty="0"/>
                <a:t>　　</a:t>
              </a:r>
              <a:r>
                <a:rPr lang="ja-JP" altLang="en-US" sz="11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パスワードを入力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BD02FE7-49D4-EF21-9030-8050363F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0819" y="3595805"/>
              <a:ext cx="217715" cy="217715"/>
            </a:xfrm>
            <a:prstGeom prst="rect">
              <a:avLst/>
            </a:prstGeom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E2B461C1-B04D-49AF-F944-C31F7B4607A2}"/>
                </a:ext>
              </a:extLst>
            </p:cNvPr>
            <p:cNvSpPr txBox="1"/>
            <p:nvPr/>
          </p:nvSpPr>
          <p:spPr>
            <a:xfrm>
              <a:off x="3870833" y="3256050"/>
              <a:ext cx="9361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100" b="1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パスワード</a:t>
              </a:r>
              <a:endParaRPr kumimoji="1" lang="ja-JP" altLang="en-US" sz="11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4A8CACC-A429-A749-6A87-FBEB1FCC4064}"/>
              </a:ext>
            </a:extLst>
          </p:cNvPr>
          <p:cNvSpPr txBox="1"/>
          <p:nvPr/>
        </p:nvSpPr>
        <p:spPr>
          <a:xfrm>
            <a:off x="4660765" y="4656718"/>
            <a:ext cx="2870470" cy="349448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ログイン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A79C4AE-C621-A6D2-5223-FC4A70989872}"/>
              </a:ext>
            </a:extLst>
          </p:cNvPr>
          <p:cNvSpPr txBox="1"/>
          <p:nvPr/>
        </p:nvSpPr>
        <p:spPr>
          <a:xfrm>
            <a:off x="4660765" y="5889813"/>
            <a:ext cx="28704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@2026 Employee Management System</a:t>
            </a:r>
            <a:endParaRPr kumimoji="1" lang="ja-JP" altLang="en-US" sz="11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7847AA7-44A2-928A-839C-C310C0B28D40}"/>
              </a:ext>
            </a:extLst>
          </p:cNvPr>
          <p:cNvSpPr txBox="1"/>
          <p:nvPr/>
        </p:nvSpPr>
        <p:spPr>
          <a:xfrm>
            <a:off x="4806951" y="3371676"/>
            <a:ext cx="1625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パスワードを入力してください</a:t>
            </a:r>
            <a:endParaRPr kumimoji="1" lang="ja-JP" altLang="en-US" sz="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8B57EC5-AE64-5197-BFA5-F4484A1D90A8}"/>
              </a:ext>
            </a:extLst>
          </p:cNvPr>
          <p:cNvSpPr txBox="1"/>
          <p:nvPr/>
        </p:nvSpPr>
        <p:spPr>
          <a:xfrm>
            <a:off x="4806951" y="2300965"/>
            <a:ext cx="1625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ログイン</a:t>
            </a:r>
            <a:r>
              <a:rPr lang="en-US" altLang="ja-JP" sz="8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r>
              <a:rPr lang="ja-JP" altLang="en-US" sz="8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を入力してください</a:t>
            </a:r>
            <a:endParaRPr kumimoji="1" lang="ja-JP" altLang="en-US" sz="800" dirty="0"/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339AF6CF-EBD3-1619-6EE2-EFCA20B0968B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8BC952B9-5BD5-7B9A-EA88-A76A7FAE1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755A5261-A78A-C694-3FF5-4F9D0ACDDD66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7E3B8C09-618D-7674-13FA-910742C27F59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JP</a:t>
                </a:r>
                <a:r>
                  <a:rPr lang="ja-JP" altLang="en-US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  </a:t>
                </a:r>
                <a:r>
                  <a:rPr kumimoji="1" lang="ja-JP" altLang="en-US" sz="8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▼</a:t>
                </a:r>
                <a:endParaRPr kumimoji="1"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B119E056-4BB5-E82A-E24E-B55935D6F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611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F48F8F4-035B-BD2F-C4C4-0F21BC2015D8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CE0247-79EF-58E2-607C-9AA2798889F4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社員情報管理システム</a:t>
            </a:r>
            <a:endParaRPr lang="en-US" altLang="ja-JP" sz="13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5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1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DA3C77F-1059-F69F-8561-5A9B1EF161E2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6060712-5209-7E1E-9A66-AADD08B74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215B2D4E-69BE-7F57-A895-7FA65FF1C484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</a:t>
              </a:r>
              <a:endParaRPr kumimoji="1" lang="ja-JP" altLang="en-US" sz="14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1555DF4-D6A8-981F-301A-F14A30F04AB9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2F75764F-8ABC-5A20-CC07-834A9C4F76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AFE5FF3-71E9-0541-F902-A0D6382BB7F7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社員追加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D59A7DA9-C5BF-DB97-A2E3-6F9EE9FD4C6F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57EE495E-3A61-FC77-DED6-283126BAE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5FB1DDE-09B6-E4F3-DF42-C57B37E20B00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部門一覧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9E7B993-442C-1CA8-AAD4-6C1C0740D33B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3614623-7902-DE46-6DEA-6F3050F73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106F643-55FE-128A-EB07-A6320FE54C38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部門追加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6FCCB6-7F45-B193-463D-CC78CD07772F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@2026 </a:t>
            </a:r>
          </a:p>
          <a:p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1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3D962E8-0B85-B0E0-9C5F-F5A6BCD25AB5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AB2EAF92-ABC1-FE91-3292-8DA261F24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759448BE-0EA5-8C1E-FADA-6BE07EE03C35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611429E2-6D71-A773-BE32-EDA7A73EE6FF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JP</a:t>
                </a:r>
                <a:r>
                  <a:rPr lang="ja-JP" altLang="en-US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  </a:t>
                </a:r>
                <a:r>
                  <a:rPr kumimoji="1" lang="ja-JP" altLang="en-US" sz="8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▼</a:t>
                </a:r>
                <a:endParaRPr kumimoji="1"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223A1D3C-3B95-21B9-E6F2-3FDAB3CB6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4A520E7-22B2-7BB6-6597-0E8D1360F149}"/>
              </a:ext>
            </a:extLst>
          </p:cNvPr>
          <p:cNvGrpSpPr/>
          <p:nvPr/>
        </p:nvGrpSpPr>
        <p:grpSpPr>
          <a:xfrm>
            <a:off x="3337885" y="919952"/>
            <a:ext cx="2631115" cy="377845"/>
            <a:chOff x="3337885" y="1007985"/>
            <a:chExt cx="2631115" cy="377845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66A4D090-410C-9E00-87AF-63758B43D4DD}"/>
                </a:ext>
              </a:extLst>
            </p:cNvPr>
            <p:cNvSpPr txBox="1"/>
            <p:nvPr/>
          </p:nvSpPr>
          <p:spPr>
            <a:xfrm>
              <a:off x="3337885" y="1007985"/>
              <a:ext cx="2631115" cy="377845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/>
                <a:t>　</a:t>
              </a:r>
              <a:r>
                <a: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 </a:t>
              </a:r>
              <a:r>
                <a:rPr kumimoji="1"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氏名</a:t>
              </a:r>
              <a:r>
                <a:rPr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・社員番号・部門で検索</a:t>
              </a:r>
              <a:endParaRPr kumimoji="1" lang="ja-JP" altLang="en-US" sz="16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83045383-2097-A245-284A-0A46122C31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90861" y="1082606"/>
              <a:ext cx="228599" cy="228599"/>
            </a:xfrm>
            <a:prstGeom prst="rect">
              <a:avLst/>
            </a:prstGeom>
          </p:spPr>
        </p:pic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C18BFE0-4941-B00A-5875-897EDC1D7F9A}"/>
              </a:ext>
            </a:extLst>
          </p:cNvPr>
          <p:cNvSpPr txBox="1"/>
          <p:nvPr/>
        </p:nvSpPr>
        <p:spPr>
          <a:xfrm>
            <a:off x="6121976" y="919952"/>
            <a:ext cx="1625085" cy="377845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すべての在籍状態 </a:t>
            </a:r>
            <a:r>
              <a:rPr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lang="ja-JP" altLang="en-US" sz="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r>
              <a:rPr lang="ja-JP" altLang="en-US" sz="105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endParaRPr kumimoji="1" lang="ja-JP" altLang="en-US" sz="1600" dirty="0">
              <a:solidFill>
                <a:schemeClr val="bg2">
                  <a:lumMod val="1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37" name="表 36">
            <a:extLst>
              <a:ext uri="{FF2B5EF4-FFF2-40B4-BE49-F238E27FC236}">
                <a16:creationId xmlns:a16="http://schemas.microsoft.com/office/drawing/2014/main" id="{921DFEBE-E2B8-1313-30AC-4E3E0B699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621085"/>
              </p:ext>
            </p:extLst>
          </p:nvPr>
        </p:nvGraphicFramePr>
        <p:xfrm>
          <a:off x="3334874" y="1919543"/>
          <a:ext cx="8010772" cy="42442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78">
                  <a:extLst>
                    <a:ext uri="{9D8B030D-6E8A-4147-A177-3AD203B41FA5}">
                      <a16:colId xmlns:a16="http://schemas.microsoft.com/office/drawing/2014/main" val="2564039979"/>
                    </a:ext>
                  </a:extLst>
                </a:gridCol>
                <a:gridCol w="1567325">
                  <a:extLst>
                    <a:ext uri="{9D8B030D-6E8A-4147-A177-3AD203B41FA5}">
                      <a16:colId xmlns:a16="http://schemas.microsoft.com/office/drawing/2014/main" val="1029676534"/>
                    </a:ext>
                  </a:extLst>
                </a:gridCol>
                <a:gridCol w="1567325">
                  <a:extLst>
                    <a:ext uri="{9D8B030D-6E8A-4147-A177-3AD203B41FA5}">
                      <a16:colId xmlns:a16="http://schemas.microsoft.com/office/drawing/2014/main" val="2392752849"/>
                    </a:ext>
                  </a:extLst>
                </a:gridCol>
                <a:gridCol w="2438061">
                  <a:extLst>
                    <a:ext uri="{9D8B030D-6E8A-4147-A177-3AD203B41FA5}">
                      <a16:colId xmlns:a16="http://schemas.microsoft.com/office/drawing/2014/main" val="1269775539"/>
                    </a:ext>
                  </a:extLst>
                </a:gridCol>
                <a:gridCol w="1044883">
                  <a:extLst>
                    <a:ext uri="{9D8B030D-6E8A-4147-A177-3AD203B41FA5}">
                      <a16:colId xmlns:a16="http://schemas.microsoft.com/office/drawing/2014/main" val="4212570847"/>
                    </a:ext>
                  </a:extLst>
                </a:gridCol>
              </a:tblGrid>
              <a:tr h="52936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社員番号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氏名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メールアドレス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在籍状態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551243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EMP001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田中 太郎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営業部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9"/>
                        </a:rPr>
                        <a:t>t-tanaka@example.com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0416287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EMP002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鈴木 花子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0"/>
                        </a:rPr>
                        <a:t>h-suzuki@example.com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629271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EMP003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中村 勇気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人事部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1"/>
                        </a:rPr>
                        <a:t>y-nakamura@example.com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2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休職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03530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EMP004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John Smith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2"/>
                        </a:rPr>
                        <a:t>j-smith@example.com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594677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EMP005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佐藤 静香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営業部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s-sato@example.com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退職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009073"/>
                  </a:ext>
                </a:extLst>
              </a:tr>
            </a:tbl>
          </a:graphicData>
        </a:graphic>
      </p:graphicFrame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1851F1A-9D12-01CA-8DE3-AF8E2EDFFEBB}"/>
              </a:ext>
            </a:extLst>
          </p:cNvPr>
          <p:cNvSpPr txBox="1"/>
          <p:nvPr/>
        </p:nvSpPr>
        <p:spPr>
          <a:xfrm>
            <a:off x="3490861" y="1620446"/>
            <a:ext cx="940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全 </a:t>
            </a:r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127</a:t>
            </a:r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件</a:t>
            </a: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9D48CF0-1BB1-2289-64D4-68177A649F83}"/>
              </a:ext>
            </a:extLst>
          </p:cNvPr>
          <p:cNvGrpSpPr/>
          <p:nvPr/>
        </p:nvGrpSpPr>
        <p:grpSpPr>
          <a:xfrm>
            <a:off x="3249639" y="445475"/>
            <a:ext cx="1342680" cy="353570"/>
            <a:chOff x="680045" y="1919544"/>
            <a:chExt cx="1342680" cy="353570"/>
          </a:xfrm>
        </p:grpSpPr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6936DC5D-6EBB-FCBD-4A36-C2CC7CF38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CF7E34C4-C219-6FCB-7DDF-127F313E0456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62BDFD2-D6AD-6299-688E-6F6EB397BA33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44" name="図 49">
              <a:extLst>
                <a:ext uri="{FF2B5EF4-FFF2-40B4-BE49-F238E27FC236}">
                  <a16:creationId xmlns:a16="http://schemas.microsoft.com/office/drawing/2014/main" id="{BC741551-CB21-C1F7-897D-8F903E4321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8F0CE1F-87DB-D256-451A-C101EB170450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417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3CA5B-20DD-4B85-62EA-24339E9F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D2FC3C37-D5FA-374F-C450-EC92DFD53497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B96038-907F-1191-421B-78C0C7691EB7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社員情報管理システム</a:t>
            </a:r>
            <a:endParaRPr lang="en-US" altLang="ja-JP" sz="13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5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en-US" altLang="ja-JP" sz="1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985EC84-0B68-672F-E9F2-824C065899EA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0D4F8D4-606F-79A0-8C38-6B675DF18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1A5C645-8023-BB8A-07B0-21308EDF431D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</a:t>
              </a:r>
              <a:endParaRPr kumimoji="1" lang="ja-JP" altLang="en-US" sz="14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A0FDF08-AB69-FB6C-AF71-5DC4ACB68DF9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7C6D3423-ED74-05DF-F12E-CFC7124B15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E404DC0-E57C-1F17-DB9D-127B467E9E08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社員追加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1F15DA4-2529-56EC-D604-232F932B232F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D83EFA68-B1F1-D6B6-554E-0489A98062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6F8AAA0-9F2F-6FFB-42C3-5F87A50A238D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部門一覧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054D615-D036-F13E-26DA-FFDAD84BE546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714EB3A2-55F3-0C94-1590-37B47A0DE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CF846A62-71EB-FAFA-23F5-F8C7B5BDF1D2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部門追加</a:t>
              </a:r>
              <a:endParaRPr kumimoji="1" lang="ja-JP" altLang="en-US" sz="1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6E8CBCE-7BB6-852A-BE40-3D84963A2AC1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@2026 </a:t>
            </a:r>
          </a:p>
          <a:p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1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42EDE27-0CE7-5D71-2776-EB7AB49F2C4D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8D226109-30F2-50C8-4433-DCA284A52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4F2B103A-6143-BD03-BEFB-3393F38B4973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945F4B58-8F4C-3DDC-36B6-73BCC7C9BACF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JP</a:t>
                </a:r>
                <a:r>
                  <a:rPr lang="ja-JP" altLang="en-US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  </a:t>
                </a:r>
                <a:r>
                  <a:rPr kumimoji="1" lang="ja-JP" altLang="en-US" sz="8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▼</a:t>
                </a:r>
                <a:endParaRPr kumimoji="1"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C304FCC0-724A-DE77-BBD5-85E7035B9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8A0872E7-EEC5-E405-A39D-A2F6DD9B9989}"/>
              </a:ext>
            </a:extLst>
          </p:cNvPr>
          <p:cNvGrpSpPr/>
          <p:nvPr/>
        </p:nvGrpSpPr>
        <p:grpSpPr>
          <a:xfrm>
            <a:off x="3337885" y="919952"/>
            <a:ext cx="2631115" cy="377845"/>
            <a:chOff x="3337885" y="1007985"/>
            <a:chExt cx="2631115" cy="377845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612B894-81AA-0B60-7542-F282EE6CBFDC}"/>
                </a:ext>
              </a:extLst>
            </p:cNvPr>
            <p:cNvSpPr txBox="1"/>
            <p:nvPr/>
          </p:nvSpPr>
          <p:spPr>
            <a:xfrm>
              <a:off x="3337885" y="1007985"/>
              <a:ext cx="2631115" cy="377845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/>
                <a:t>　</a:t>
              </a:r>
              <a:r>
                <a: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 </a:t>
              </a:r>
              <a:r>
                <a:rPr kumimoji="1"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氏名</a:t>
              </a:r>
              <a:r>
                <a:rPr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・社員番号・部門で検索</a:t>
              </a:r>
              <a:endParaRPr kumimoji="1" lang="ja-JP" altLang="en-US" sz="16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9C88F491-0D95-4BDF-C368-2998853F8F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90861" y="1082606"/>
              <a:ext cx="228599" cy="228599"/>
            </a:xfrm>
            <a:prstGeom prst="rect">
              <a:avLst/>
            </a:prstGeom>
          </p:spPr>
        </p:pic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3DE761B-59BB-B27A-1B7E-DA748A51223F}"/>
              </a:ext>
            </a:extLst>
          </p:cNvPr>
          <p:cNvSpPr txBox="1"/>
          <p:nvPr/>
        </p:nvSpPr>
        <p:spPr>
          <a:xfrm>
            <a:off x="6121976" y="919952"/>
            <a:ext cx="1625085" cy="377845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すべての在籍状態 </a:t>
            </a:r>
            <a:r>
              <a:rPr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r>
              <a:rPr lang="ja-JP" altLang="en-US" sz="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r>
              <a:rPr lang="ja-JP" altLang="en-US" sz="105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</a:t>
            </a:r>
            <a:endParaRPr kumimoji="1" lang="ja-JP" altLang="en-US" sz="1600" dirty="0">
              <a:solidFill>
                <a:schemeClr val="bg2">
                  <a:lumMod val="1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aphicFrame>
        <p:nvGraphicFramePr>
          <p:cNvPr id="37" name="表 36">
            <a:extLst>
              <a:ext uri="{FF2B5EF4-FFF2-40B4-BE49-F238E27FC236}">
                <a16:creationId xmlns:a16="http://schemas.microsoft.com/office/drawing/2014/main" id="{C6CDB1E3-D6E0-7634-2051-9D1869A1DA90}"/>
              </a:ext>
            </a:extLst>
          </p:cNvPr>
          <p:cNvGraphicFramePr>
            <a:graphicFrameLocks noGrp="1"/>
          </p:cNvGraphicFramePr>
          <p:nvPr/>
        </p:nvGraphicFramePr>
        <p:xfrm>
          <a:off x="3334874" y="1919543"/>
          <a:ext cx="8010772" cy="42442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78">
                  <a:extLst>
                    <a:ext uri="{9D8B030D-6E8A-4147-A177-3AD203B41FA5}">
                      <a16:colId xmlns:a16="http://schemas.microsoft.com/office/drawing/2014/main" val="2564039979"/>
                    </a:ext>
                  </a:extLst>
                </a:gridCol>
                <a:gridCol w="1567325">
                  <a:extLst>
                    <a:ext uri="{9D8B030D-6E8A-4147-A177-3AD203B41FA5}">
                      <a16:colId xmlns:a16="http://schemas.microsoft.com/office/drawing/2014/main" val="1029676534"/>
                    </a:ext>
                  </a:extLst>
                </a:gridCol>
                <a:gridCol w="1567325">
                  <a:extLst>
                    <a:ext uri="{9D8B030D-6E8A-4147-A177-3AD203B41FA5}">
                      <a16:colId xmlns:a16="http://schemas.microsoft.com/office/drawing/2014/main" val="2392752849"/>
                    </a:ext>
                  </a:extLst>
                </a:gridCol>
                <a:gridCol w="2438061">
                  <a:extLst>
                    <a:ext uri="{9D8B030D-6E8A-4147-A177-3AD203B41FA5}">
                      <a16:colId xmlns:a16="http://schemas.microsoft.com/office/drawing/2014/main" val="1269775539"/>
                    </a:ext>
                  </a:extLst>
                </a:gridCol>
                <a:gridCol w="1044883">
                  <a:extLst>
                    <a:ext uri="{9D8B030D-6E8A-4147-A177-3AD203B41FA5}">
                      <a16:colId xmlns:a16="http://schemas.microsoft.com/office/drawing/2014/main" val="4212570847"/>
                    </a:ext>
                  </a:extLst>
                </a:gridCol>
              </a:tblGrid>
              <a:tr h="52936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社員番号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氏名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部門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メールアドレス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在籍状態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551243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EMP001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田中 太郎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営業部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9"/>
                        </a:rPr>
                        <a:t>t-tanaka@example.com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0416287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EMP002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鈴木 花子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0"/>
                        </a:rPr>
                        <a:t>h-suzuki@example.com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629271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EMP003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中村 勇気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人事部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1"/>
                        </a:rPr>
                        <a:t>y-nakamura@example.com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2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休職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003530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EMP004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John Smith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  <a:hlinkClick r:id="rId12"/>
                        </a:rPr>
                        <a:t>j-smith@example.com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6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 在籍</a:t>
                      </a:r>
                    </a:p>
                  </a:txBody>
                  <a:tcPr anchor="ctr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594677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EMP005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佐藤 静香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営業部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s-sato@example.com</a:t>
                      </a:r>
                      <a:endPara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endParaRPr>
                    </a:p>
                  </a:txBody>
                  <a:tcPr anchor="ctr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accent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●  </a:t>
                      </a:r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退職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1009073"/>
                  </a:ext>
                </a:extLst>
              </a:tr>
            </a:tbl>
          </a:graphicData>
        </a:graphic>
      </p:graphicFrame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864C237-C69D-2BD5-64A3-18F00A4A67D9}"/>
              </a:ext>
            </a:extLst>
          </p:cNvPr>
          <p:cNvSpPr txBox="1"/>
          <p:nvPr/>
        </p:nvSpPr>
        <p:spPr>
          <a:xfrm>
            <a:off x="3490861" y="1620446"/>
            <a:ext cx="940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全 </a:t>
            </a:r>
            <a:r>
              <a:rPr kumimoji="1"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127</a:t>
            </a:r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件</a:t>
            </a: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12D836CE-A7CE-EA77-3C29-4127ADBE0374}"/>
              </a:ext>
            </a:extLst>
          </p:cNvPr>
          <p:cNvGrpSpPr/>
          <p:nvPr/>
        </p:nvGrpSpPr>
        <p:grpSpPr>
          <a:xfrm>
            <a:off x="3249639" y="445475"/>
            <a:ext cx="1342680" cy="353570"/>
            <a:chOff x="680045" y="1919544"/>
            <a:chExt cx="1342680" cy="353570"/>
          </a:xfrm>
        </p:grpSpPr>
        <p:pic>
          <p:nvPicPr>
            <p:cNvPr id="41" name="図 40">
              <a:extLst>
                <a:ext uri="{FF2B5EF4-FFF2-40B4-BE49-F238E27FC236}">
                  <a16:creationId xmlns:a16="http://schemas.microsoft.com/office/drawing/2014/main" id="{390A105B-6938-69B1-10C9-163BC5353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2FA8C44A-6F6D-DD7B-4042-5F62A718CBA9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950EE393-EDE4-D716-A6D1-CE50813D5DC4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44" name="図 49">
              <a:extLst>
                <a:ext uri="{FF2B5EF4-FFF2-40B4-BE49-F238E27FC236}">
                  <a16:creationId xmlns:a16="http://schemas.microsoft.com/office/drawing/2014/main" id="{D89E8537-8BF0-710D-E7C5-9EE5403CFD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3F9AB6D9-6CEF-17B0-0202-8F66A35FF0A5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DC2A05-B6A4-4605-C6BF-E5E61ABE26AE}"/>
              </a:ext>
            </a:extLst>
          </p:cNvPr>
          <p:cNvSpPr/>
          <p:nvPr/>
        </p:nvSpPr>
        <p:spPr>
          <a:xfrm>
            <a:off x="0" y="2441"/>
            <a:ext cx="12192000" cy="6864026"/>
          </a:xfrm>
          <a:prstGeom prst="rect">
            <a:avLst/>
          </a:prstGeom>
          <a:solidFill>
            <a:schemeClr val="tx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41BF0D5A-FF5B-AFB8-C755-0AC71278867F}"/>
              </a:ext>
            </a:extLst>
          </p:cNvPr>
          <p:cNvGrpSpPr/>
          <p:nvPr/>
        </p:nvGrpSpPr>
        <p:grpSpPr>
          <a:xfrm>
            <a:off x="9965633" y="393278"/>
            <a:ext cx="1380013" cy="436882"/>
            <a:chOff x="9965636" y="399223"/>
            <a:chExt cx="1380013" cy="436882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5C8DA6D-7E39-EF83-0618-F33B8A8B3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2323ADD3-525A-59AB-E07A-2C9B3FE73AE1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52A0F659-D860-FA4E-4C90-BC5C01D8F113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solidFill>
                <a:srgbClr val="F6F6F4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JP</a:t>
                </a:r>
                <a:r>
                  <a:rPr lang="ja-JP" altLang="en-US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  </a:t>
                </a:r>
                <a:r>
                  <a:rPr kumimoji="1" lang="ja-JP" altLang="en-US" sz="8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▼</a:t>
                </a:r>
                <a:endParaRPr kumimoji="1"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A8D55E56-F53D-450F-929C-615587CD81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84D334-1C5C-3348-995B-61CF9D506772}"/>
              </a:ext>
            </a:extLst>
          </p:cNvPr>
          <p:cNvSpPr txBox="1"/>
          <p:nvPr/>
        </p:nvSpPr>
        <p:spPr>
          <a:xfrm>
            <a:off x="9965633" y="837321"/>
            <a:ext cx="826832" cy="803731"/>
          </a:xfrm>
          <a:prstGeom prst="roundRect">
            <a:avLst>
              <a:gd name="adj" fmla="val 20640"/>
            </a:avLst>
          </a:prstGeom>
          <a:solidFill>
            <a:srgbClr val="F6F6F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日本語</a:t>
            </a:r>
            <a:endParaRPr kumimoji="1" lang="en-US" altLang="ja-JP" sz="1000" dirty="0">
              <a:solidFill>
                <a:schemeClr val="bg2">
                  <a:lumMod val="7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en-US" altLang="ja-JP" sz="400" dirty="0">
              <a:solidFill>
                <a:schemeClr val="bg2">
                  <a:lumMod val="1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English</a:t>
            </a:r>
          </a:p>
          <a:p>
            <a:pPr algn="ctr"/>
            <a:endParaRPr lang="en-US" altLang="ja-JP" sz="500" dirty="0">
              <a:solidFill>
                <a:schemeClr val="bg2">
                  <a:lumMod val="1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繫体字</a:t>
            </a:r>
          </a:p>
        </p:txBody>
      </p:sp>
    </p:spTree>
    <p:extLst>
      <p:ext uri="{BB962C8B-B14F-4D97-AF65-F5344CB8AC3E}">
        <p14:creationId xmlns:p14="http://schemas.microsoft.com/office/powerpoint/2010/main" val="56836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B784C-BE5E-DCE9-9300-E03F6D9E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6208F63-0D76-040E-4FF2-80150E854127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9F50E3-915E-9A62-19AA-9EEC13BA4FE8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25D9A38A-4FCF-B467-687F-8F4EF86D055B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480AE45-5783-476F-B235-BF405B563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D9B89DC-AF42-210D-7DFF-1E7103B463A8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1E878B7B-6E89-1DC9-DE2D-5CBD0A180453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6F41E7ED-8A11-222C-1D02-CB6805510D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5594C5F-E490-9E4E-325A-6FC11AEEE086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CC158DC0-1F3E-E604-9B73-16D6E9D4E68B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6E0B803E-48D8-74B3-5756-7D848180F6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73C64F0-A343-9D9A-0087-66BB9E45E987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B3AC2711-AB01-C5EB-FDE5-C6528FB57F0E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9BE3F603-DC5A-8A0B-4FDD-8CA0D79CC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E113D691-557B-DDAE-DFD2-5DD4635EC284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1ABE1A3-C8B1-6365-B57A-270976540563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53960B6-B64F-2450-801A-36F9FB08B32B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E324BAFE-9412-554A-D57F-DA861D9D9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63D6F789-6424-B8A5-F0FD-873F81566C37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7643473B-879B-E3ED-D9F7-D1EA1B80C404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JP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  </a:t>
                </a:r>
                <a:r>
                  <a:rPr kumimoji="1" lang="ja-JP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▼</a:t>
                </a:r>
                <a:endPara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7EF5FF00-E3DD-0B2B-D270-E3B4BE6CF2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35F647E-966A-E5A4-D182-62242FC72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8371" y="426716"/>
            <a:ext cx="436880" cy="436880"/>
          </a:xfrm>
          <a:prstGeom prst="rect">
            <a:avLst/>
          </a:prstGeom>
        </p:spPr>
      </p:pic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33105DF7-F281-1F66-5BBD-45451CE40FC3}"/>
              </a:ext>
            </a:extLst>
          </p:cNvPr>
          <p:cNvGrpSpPr/>
          <p:nvPr/>
        </p:nvGrpSpPr>
        <p:grpSpPr>
          <a:xfrm>
            <a:off x="3249639" y="445475"/>
            <a:ext cx="2541559" cy="353570"/>
            <a:chOff x="680045" y="1919544"/>
            <a:chExt cx="2541559" cy="353570"/>
          </a:xfrm>
        </p:grpSpPr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0FD8CACA-CCB0-6933-5B6E-3D07F559B3EC}"/>
                </a:ext>
              </a:extLst>
            </p:cNvPr>
            <p:cNvSpPr txBox="1"/>
            <p:nvPr/>
          </p:nvSpPr>
          <p:spPr>
            <a:xfrm>
              <a:off x="1061617" y="1965337"/>
              <a:ext cx="215998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　　  社員詳細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C5A2A92D-83D7-298B-F859-A0F89FD12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</p:grpSp>
      <p:sp>
        <p:nvSpPr>
          <p:cNvPr id="43" name="楕円 42">
            <a:extLst>
              <a:ext uri="{FF2B5EF4-FFF2-40B4-BE49-F238E27FC236}">
                <a16:creationId xmlns:a16="http://schemas.microsoft.com/office/drawing/2014/main" id="{682E2BB6-F965-65CD-FEDC-7D21D89C19B1}"/>
              </a:ext>
            </a:extLst>
          </p:cNvPr>
          <p:cNvSpPr/>
          <p:nvPr/>
        </p:nvSpPr>
        <p:spPr>
          <a:xfrm>
            <a:off x="3641411" y="1228108"/>
            <a:ext cx="1312931" cy="13129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5E0A10C-D3B3-0A84-96B5-1B5CC468B8AC}"/>
              </a:ext>
            </a:extLst>
          </p:cNvPr>
          <p:cNvSpPr txBox="1"/>
          <p:nvPr/>
        </p:nvSpPr>
        <p:spPr>
          <a:xfrm>
            <a:off x="5458120" y="1308871"/>
            <a:ext cx="228867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  <a:p>
            <a:endParaRPr lang="en-US" altLang="ja-JP" sz="7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  営業部　   </a:t>
            </a:r>
            <a:r>
              <a:rPr kumimoji="1" lang="ja-JP" altLang="en-US" sz="1200" dirty="0">
                <a:solidFill>
                  <a:schemeClr val="accent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</a:t>
            </a:r>
            <a:r>
              <a: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在籍</a:t>
            </a:r>
          </a:p>
        </p:txBody>
      </p:sp>
      <p:pic>
        <p:nvPicPr>
          <p:cNvPr id="50" name="グラフィックス 49">
            <a:extLst>
              <a:ext uri="{FF2B5EF4-FFF2-40B4-BE49-F238E27FC236}">
                <a16:creationId xmlns:a16="http://schemas.microsoft.com/office/drawing/2014/main" id="{4477A012-1AEC-C59B-074B-6F6AD5F69E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816" y="2012383"/>
            <a:ext cx="250595" cy="2505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8D352E64-41B1-B9C5-F622-BA1B8E021732}"/>
              </a:ext>
            </a:extLst>
          </p:cNvPr>
          <p:cNvGrpSpPr/>
          <p:nvPr/>
        </p:nvGrpSpPr>
        <p:grpSpPr>
          <a:xfrm>
            <a:off x="9965636" y="1958610"/>
            <a:ext cx="826832" cy="314504"/>
            <a:chOff x="9965636" y="1151619"/>
            <a:chExt cx="826832" cy="314504"/>
          </a:xfrm>
        </p:grpSpPr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C2218495-36E8-8CA3-9EE9-3881418903B9}"/>
                </a:ext>
              </a:extLst>
            </p:cNvPr>
            <p:cNvSpPr txBox="1"/>
            <p:nvPr/>
          </p:nvSpPr>
          <p:spPr>
            <a:xfrm>
              <a:off x="9965636" y="1151619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削除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4" name="グラフィックス 53">
              <a:extLst>
                <a:ext uri="{FF2B5EF4-FFF2-40B4-BE49-F238E27FC236}">
                  <a16:creationId xmlns:a16="http://schemas.microsoft.com/office/drawing/2014/main" id="{13B845FC-03E1-75CC-A95B-FFDB6F1DCB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036885" y="1160887"/>
              <a:ext cx="289024" cy="289024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FDFD3C86-BE4E-41A9-E300-E52042BF897E}"/>
              </a:ext>
            </a:extLst>
          </p:cNvPr>
          <p:cNvGrpSpPr/>
          <p:nvPr/>
        </p:nvGrpSpPr>
        <p:grpSpPr>
          <a:xfrm>
            <a:off x="8932777" y="1958610"/>
            <a:ext cx="826832" cy="314504"/>
            <a:chOff x="8937326" y="1964802"/>
            <a:chExt cx="826832" cy="314504"/>
          </a:xfrm>
        </p:grpSpPr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C81CC7C6-88C5-1ACC-6CC8-153433FBF1A8}"/>
                </a:ext>
              </a:extLst>
            </p:cNvPr>
            <p:cNvSpPr txBox="1"/>
            <p:nvPr/>
          </p:nvSpPr>
          <p:spPr>
            <a:xfrm>
              <a:off x="8937326" y="1964802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200" dirty="0">
                  <a:solidFill>
                    <a:srgbClr val="E8E8E8">
                      <a:lumMod val="10000"/>
                    </a:srgb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編集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9" name="グラフィックス 58">
              <a:extLst>
                <a:ext uri="{FF2B5EF4-FFF2-40B4-BE49-F238E27FC236}">
                  <a16:creationId xmlns:a16="http://schemas.microsoft.com/office/drawing/2014/main" id="{9EC37723-93D6-EAAC-666B-94550C9247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70808" y="2023006"/>
              <a:ext cx="192437" cy="192437"/>
            </a:xfrm>
            <a:prstGeom prst="rect">
              <a:avLst/>
            </a:prstGeom>
          </p:spPr>
        </p:pic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2C6061A-EC50-DFCF-A41F-425BB9523138}"/>
              </a:ext>
            </a:extLst>
          </p:cNvPr>
          <p:cNvGrpSpPr/>
          <p:nvPr/>
        </p:nvGrpSpPr>
        <p:grpSpPr>
          <a:xfrm>
            <a:off x="3792780" y="2822917"/>
            <a:ext cx="1010192" cy="277192"/>
            <a:chOff x="680045" y="1919544"/>
            <a:chExt cx="1342680" cy="368425"/>
          </a:xfrm>
        </p:grpSpPr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3B6765CA-F703-B5B2-72B8-FA12916288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EF3D8C57-DCEB-52B0-2823-72F90EBC8C7D}"/>
                </a:ext>
              </a:extLst>
            </p:cNvPr>
            <p:cNvSpPr txBox="1"/>
            <p:nvPr/>
          </p:nvSpPr>
          <p:spPr>
            <a:xfrm>
              <a:off x="1061619" y="1950480"/>
              <a:ext cx="961106" cy="3374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基本情報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346C79EC-A504-54D6-4B44-10A34D7A2561}"/>
              </a:ext>
            </a:extLst>
          </p:cNvPr>
          <p:cNvGrpSpPr/>
          <p:nvPr/>
        </p:nvGrpSpPr>
        <p:grpSpPr>
          <a:xfrm>
            <a:off x="9662290" y="3378224"/>
            <a:ext cx="985627" cy="515526"/>
            <a:chOff x="4865250" y="4399152"/>
            <a:chExt cx="1172485" cy="515526"/>
          </a:xfrm>
        </p:grpSpPr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1276EBE7-107A-130B-8896-BA4589023C8B}"/>
                </a:ext>
              </a:extLst>
            </p:cNvPr>
            <p:cNvSpPr txBox="1"/>
            <p:nvPr/>
          </p:nvSpPr>
          <p:spPr>
            <a:xfrm>
              <a:off x="4865250" y="4399152"/>
              <a:ext cx="117248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生年月日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1990/04/15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65" name="グラフィックス 64">
              <a:extLst>
                <a:ext uri="{FF2B5EF4-FFF2-40B4-BE49-F238E27FC236}">
                  <a16:creationId xmlns:a16="http://schemas.microsoft.com/office/drawing/2014/main" id="{A91A9E02-25E8-A224-8A4C-500F111AF7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2936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035E3C3A-89B2-A824-9A18-25E2264E490E}"/>
              </a:ext>
            </a:extLst>
          </p:cNvPr>
          <p:cNvGrpSpPr/>
          <p:nvPr/>
        </p:nvGrpSpPr>
        <p:grpSpPr>
          <a:xfrm>
            <a:off x="4031936" y="3383089"/>
            <a:ext cx="922406" cy="515526"/>
            <a:chOff x="4865252" y="4399152"/>
            <a:chExt cx="922406" cy="515526"/>
          </a:xfrm>
        </p:grpSpPr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DCAC9178-F6FC-63C8-C75B-12F18B91A28D}"/>
                </a:ext>
              </a:extLst>
            </p:cNvPr>
            <p:cNvSpPr txBox="1"/>
            <p:nvPr/>
          </p:nvSpPr>
          <p:spPr>
            <a:xfrm>
              <a:off x="4865252" y="4399152"/>
              <a:ext cx="922406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社員番号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EMP001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77" name="グラフィックス 76">
              <a:extLst>
                <a:ext uri="{FF2B5EF4-FFF2-40B4-BE49-F238E27FC236}">
                  <a16:creationId xmlns:a16="http://schemas.microsoft.com/office/drawing/2014/main" id="{630A181C-2B0C-3547-12C9-F128AF0859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79B6B930-4535-A281-2DF8-8E06172DB55E}"/>
              </a:ext>
            </a:extLst>
          </p:cNvPr>
          <p:cNvGrpSpPr/>
          <p:nvPr/>
        </p:nvGrpSpPr>
        <p:grpSpPr>
          <a:xfrm>
            <a:off x="4031935" y="4091518"/>
            <a:ext cx="1965447" cy="515526"/>
            <a:chOff x="4865249" y="4399152"/>
            <a:chExt cx="2338061" cy="515526"/>
          </a:xfrm>
        </p:grpSpPr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C5B317F8-13A2-E7B5-ABBC-B31EF056AF6B}"/>
                </a:ext>
              </a:extLst>
            </p:cNvPr>
            <p:cNvSpPr txBox="1"/>
            <p:nvPr/>
          </p:nvSpPr>
          <p:spPr>
            <a:xfrm>
              <a:off x="4865249" y="4399152"/>
              <a:ext cx="2338061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メールアドレス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t-tanaka@example.com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3" name="グラフィックス 82">
              <a:extLst>
                <a:ext uri="{FF2B5EF4-FFF2-40B4-BE49-F238E27FC236}">
                  <a16:creationId xmlns:a16="http://schemas.microsoft.com/office/drawing/2014/main" id="{1634E2C5-BB14-0B18-4FB2-016DD062BE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875A85B4-935B-B2A0-FDD5-8D2E19994191}"/>
              </a:ext>
            </a:extLst>
          </p:cNvPr>
          <p:cNvGrpSpPr/>
          <p:nvPr/>
        </p:nvGrpSpPr>
        <p:grpSpPr>
          <a:xfrm>
            <a:off x="5458120" y="3383089"/>
            <a:ext cx="922406" cy="515526"/>
            <a:chOff x="4865252" y="4399152"/>
            <a:chExt cx="922406" cy="515526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A4E8C358-1492-38A6-CF3E-41C33721D8EA}"/>
                </a:ext>
              </a:extLst>
            </p:cNvPr>
            <p:cNvSpPr txBox="1"/>
            <p:nvPr/>
          </p:nvSpPr>
          <p:spPr>
            <a:xfrm>
              <a:off x="4865252" y="4399152"/>
              <a:ext cx="922406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氏名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田中 太郎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6" name="グラフィックス 85">
              <a:extLst>
                <a:ext uri="{FF2B5EF4-FFF2-40B4-BE49-F238E27FC236}">
                  <a16:creationId xmlns:a16="http://schemas.microsoft.com/office/drawing/2014/main" id="{9365310D-F9F8-D200-88A1-B249A793C4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57A7F3FE-2E0A-27C1-1E76-EC456C1472D0}"/>
              </a:ext>
            </a:extLst>
          </p:cNvPr>
          <p:cNvGrpSpPr/>
          <p:nvPr/>
        </p:nvGrpSpPr>
        <p:grpSpPr>
          <a:xfrm>
            <a:off x="6884304" y="3378224"/>
            <a:ext cx="784625" cy="515526"/>
            <a:chOff x="4865252" y="4399152"/>
            <a:chExt cx="784625" cy="515526"/>
          </a:xfrm>
        </p:grpSpPr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5E743AAB-43EB-3D0B-AD61-7D2F049A21F5}"/>
                </a:ext>
              </a:extLst>
            </p:cNvPr>
            <p:cNvSpPr txBox="1"/>
            <p:nvPr/>
          </p:nvSpPr>
          <p:spPr>
            <a:xfrm>
              <a:off x="4865252" y="4399152"/>
              <a:ext cx="78462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営業部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9" name="グラフィックス 88">
              <a:extLst>
                <a:ext uri="{FF2B5EF4-FFF2-40B4-BE49-F238E27FC236}">
                  <a16:creationId xmlns:a16="http://schemas.microsoft.com/office/drawing/2014/main" id="{8D513039-056A-E8DB-E9DD-999CFEF22E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21FD96B4-EE0E-A41D-1EB6-DC5A0B5A5EE3}"/>
              </a:ext>
            </a:extLst>
          </p:cNvPr>
          <p:cNvGrpSpPr/>
          <p:nvPr/>
        </p:nvGrpSpPr>
        <p:grpSpPr>
          <a:xfrm>
            <a:off x="6422011" y="4091518"/>
            <a:ext cx="1324786" cy="515526"/>
            <a:chOff x="4865250" y="4399152"/>
            <a:chExt cx="1575942" cy="515526"/>
          </a:xfrm>
        </p:grpSpPr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4F14E576-AE49-52B1-4AED-9A62B00038E3}"/>
                </a:ext>
              </a:extLst>
            </p:cNvPr>
            <p:cNvSpPr txBox="1"/>
            <p:nvPr/>
          </p:nvSpPr>
          <p:spPr>
            <a:xfrm>
              <a:off x="4865250" y="4399152"/>
              <a:ext cx="157594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電話番号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090-1234-5678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92" name="グラフィックス 91">
              <a:extLst>
                <a:ext uri="{FF2B5EF4-FFF2-40B4-BE49-F238E27FC236}">
                  <a16:creationId xmlns:a16="http://schemas.microsoft.com/office/drawing/2014/main" id="{D71DC130-1606-AE9F-944A-7F797913BA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BE3AED04-6E41-0BD2-0657-7127DB913148}"/>
              </a:ext>
            </a:extLst>
          </p:cNvPr>
          <p:cNvGrpSpPr/>
          <p:nvPr/>
        </p:nvGrpSpPr>
        <p:grpSpPr>
          <a:xfrm>
            <a:off x="8172881" y="3378224"/>
            <a:ext cx="985457" cy="515526"/>
            <a:chOff x="4865251" y="4399152"/>
            <a:chExt cx="1172282" cy="515526"/>
          </a:xfrm>
        </p:grpSpPr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C5A9A7C0-393F-257B-0BE6-57BE954FA1A3}"/>
                </a:ext>
              </a:extLst>
            </p:cNvPr>
            <p:cNvSpPr txBox="1"/>
            <p:nvPr/>
          </p:nvSpPr>
          <p:spPr>
            <a:xfrm>
              <a:off x="4865251" y="4399152"/>
              <a:ext cx="117228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入社日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2015/04/01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96" name="グラフィックス 95">
              <a:extLst>
                <a:ext uri="{FF2B5EF4-FFF2-40B4-BE49-F238E27FC236}">
                  <a16:creationId xmlns:a16="http://schemas.microsoft.com/office/drawing/2014/main" id="{3F0062A6-140B-D70A-0379-0396E85A92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2936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2BF01E6C-B805-7159-6ACB-190B2E153409}"/>
              </a:ext>
            </a:extLst>
          </p:cNvPr>
          <p:cNvGrpSpPr/>
          <p:nvPr/>
        </p:nvGrpSpPr>
        <p:grpSpPr>
          <a:xfrm>
            <a:off x="3781783" y="5117547"/>
            <a:ext cx="1485675" cy="257718"/>
            <a:chOff x="665428" y="1950481"/>
            <a:chExt cx="1974661" cy="342542"/>
          </a:xfrm>
        </p:grpSpPr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A155023E-4BDD-AF52-83E2-4AAA6D9803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65428" y="1960537"/>
              <a:ext cx="332485" cy="332486"/>
            </a:xfrm>
            <a:prstGeom prst="rect">
              <a:avLst/>
            </a:prstGeom>
          </p:spPr>
        </p:pic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2FE245C8-DE7C-BB5A-48C9-A38FF6C45B81}"/>
                </a:ext>
              </a:extLst>
            </p:cNvPr>
            <p:cNvSpPr txBox="1"/>
            <p:nvPr/>
          </p:nvSpPr>
          <p:spPr>
            <a:xfrm>
              <a:off x="1061619" y="1950481"/>
              <a:ext cx="1578470" cy="337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システム情報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FD67BFEA-E779-8AC7-2370-C8D644F6E04F}"/>
              </a:ext>
            </a:extLst>
          </p:cNvPr>
          <p:cNvSpPr txBox="1"/>
          <p:nvPr/>
        </p:nvSpPr>
        <p:spPr>
          <a:xfrm>
            <a:off x="4243397" y="5665080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登録日時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2015/04/01</a:t>
            </a:r>
            <a:r>
              <a:rPr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9:00:00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DEC7AF42-3798-B053-8E10-D11C1B3946E2}"/>
              </a:ext>
            </a:extLst>
          </p:cNvPr>
          <p:cNvSpPr txBox="1"/>
          <p:nvPr/>
        </p:nvSpPr>
        <p:spPr>
          <a:xfrm>
            <a:off x="6559975" y="5665081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更新日時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2024/10/15 14:32:11</a:t>
            </a:r>
            <a:endParaRPr kumimoji="1" lang="ja-JP" altLang="en-US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5D647468-EED3-B803-BA7C-470C37D1F083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113" name="図 49">
              <a:extLst>
                <a:ext uri="{FF2B5EF4-FFF2-40B4-BE49-F238E27FC236}">
                  <a16:creationId xmlns:a16="http://schemas.microsoft.com/office/drawing/2014/main" id="{2A635D36-F3FA-6128-BB0D-073203DE5D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0D9E87E8-7F47-41EC-C8A4-16316EA3F7B1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886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67286-7C62-E8B8-104B-EF53C988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3426B62F-3D1D-9642-60DE-259474AF7D6E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A5216F-5976-F777-BAC5-708189EA2BAD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66B967F-9FBD-A443-9303-863C7F9DD361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82A6FF97-C10B-A7A2-E377-5A1173878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9F69B36-4CB5-DD53-0918-9956625F4EBA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14066C7-A7E2-F049-1E3F-B90DEF93CA14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2F6A382C-38AE-E010-6CBF-17ABAD225B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0B191AA-853D-F7F7-C64F-D2C7796BF872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284C739-5B40-665B-F70C-8103AD315AF9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11C08C4C-2CB5-D052-043C-5B95C0F8EC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80C72A29-0203-2C62-E249-9452987D9473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27DEDE1-19D5-1102-8B63-D87332BC35C5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B245E61C-156C-D5E7-D329-42054FDAF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7D60427-FCA0-7BAC-FD78-B44753FD969F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BA62843-2292-0104-A1AA-8C71E360B354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91E29D90-B2A7-9F77-0951-5D4E21A6A6D1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0949B20A-54A2-8300-4C9F-AAF0F8B0A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03BD9FA8-9802-5298-38A1-580C52B186E1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1B039C2-EE36-2B8F-1CAA-3961BAC15884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JP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  </a:t>
                </a:r>
                <a:r>
                  <a:rPr kumimoji="1" lang="ja-JP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▼</a:t>
                </a:r>
                <a:endPara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72C92E65-E1CE-1DF8-6FC7-DC59DC9EF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B3C1D38D-6D02-7678-D9DF-94F2E89FD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8371" y="426716"/>
            <a:ext cx="436880" cy="436880"/>
          </a:xfrm>
          <a:prstGeom prst="rect">
            <a:avLst/>
          </a:prstGeom>
        </p:spPr>
      </p:pic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CD126B4D-FEB5-8055-7664-469A340CA17F}"/>
              </a:ext>
            </a:extLst>
          </p:cNvPr>
          <p:cNvGrpSpPr/>
          <p:nvPr/>
        </p:nvGrpSpPr>
        <p:grpSpPr>
          <a:xfrm>
            <a:off x="3249639" y="445475"/>
            <a:ext cx="2541559" cy="353570"/>
            <a:chOff x="680045" y="1919544"/>
            <a:chExt cx="2541559" cy="353570"/>
          </a:xfrm>
        </p:grpSpPr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EFF728B8-E4A2-A427-072B-EEA18CFE61B5}"/>
                </a:ext>
              </a:extLst>
            </p:cNvPr>
            <p:cNvSpPr txBox="1"/>
            <p:nvPr/>
          </p:nvSpPr>
          <p:spPr>
            <a:xfrm>
              <a:off x="1061617" y="1965337"/>
              <a:ext cx="215998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　　  社員詳細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3C0050F5-F365-8225-A149-7B2754859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</p:grpSp>
      <p:sp>
        <p:nvSpPr>
          <p:cNvPr id="43" name="楕円 42">
            <a:extLst>
              <a:ext uri="{FF2B5EF4-FFF2-40B4-BE49-F238E27FC236}">
                <a16:creationId xmlns:a16="http://schemas.microsoft.com/office/drawing/2014/main" id="{BDC73C3E-04BB-3453-E7C3-8F9E0E87EAF5}"/>
              </a:ext>
            </a:extLst>
          </p:cNvPr>
          <p:cNvSpPr/>
          <p:nvPr/>
        </p:nvSpPr>
        <p:spPr>
          <a:xfrm>
            <a:off x="3641411" y="1228108"/>
            <a:ext cx="1312931" cy="13129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E4FC029-A8EE-D0B7-7906-05DFA6E28BF3}"/>
              </a:ext>
            </a:extLst>
          </p:cNvPr>
          <p:cNvSpPr txBox="1"/>
          <p:nvPr/>
        </p:nvSpPr>
        <p:spPr>
          <a:xfrm>
            <a:off x="5458120" y="1308871"/>
            <a:ext cx="228867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  <a:p>
            <a:endParaRPr lang="en-US" altLang="ja-JP" sz="7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  営業部　   ●  在籍</a:t>
            </a:r>
          </a:p>
        </p:txBody>
      </p:sp>
      <p:pic>
        <p:nvPicPr>
          <p:cNvPr id="50" name="グラフィックス 49">
            <a:extLst>
              <a:ext uri="{FF2B5EF4-FFF2-40B4-BE49-F238E27FC236}">
                <a16:creationId xmlns:a16="http://schemas.microsoft.com/office/drawing/2014/main" id="{4E043ABA-F593-9CA0-17A8-1AE0743C9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5816" y="2012383"/>
            <a:ext cx="250595" cy="2505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54455EFA-BA2B-7345-FC9F-F5C273E9623E}"/>
              </a:ext>
            </a:extLst>
          </p:cNvPr>
          <p:cNvGrpSpPr/>
          <p:nvPr/>
        </p:nvGrpSpPr>
        <p:grpSpPr>
          <a:xfrm>
            <a:off x="9965636" y="1958610"/>
            <a:ext cx="826832" cy="314504"/>
            <a:chOff x="9965636" y="1151619"/>
            <a:chExt cx="826832" cy="314504"/>
          </a:xfrm>
        </p:grpSpPr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384421DE-2F2D-BAA4-88C3-117DE2415920}"/>
                </a:ext>
              </a:extLst>
            </p:cNvPr>
            <p:cNvSpPr txBox="1"/>
            <p:nvPr/>
          </p:nvSpPr>
          <p:spPr>
            <a:xfrm>
              <a:off x="9965636" y="1151619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削除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4" name="グラフィックス 53">
              <a:extLst>
                <a:ext uri="{FF2B5EF4-FFF2-40B4-BE49-F238E27FC236}">
                  <a16:creationId xmlns:a16="http://schemas.microsoft.com/office/drawing/2014/main" id="{F10C02E9-181C-AF8B-A348-C705A077C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036885" y="1160887"/>
              <a:ext cx="289024" cy="289024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4A4D290B-F2E5-688E-9F58-EAD211404A2F}"/>
              </a:ext>
            </a:extLst>
          </p:cNvPr>
          <p:cNvGrpSpPr/>
          <p:nvPr/>
        </p:nvGrpSpPr>
        <p:grpSpPr>
          <a:xfrm>
            <a:off x="8932777" y="1958610"/>
            <a:ext cx="826832" cy="314504"/>
            <a:chOff x="8937326" y="1964802"/>
            <a:chExt cx="826832" cy="314504"/>
          </a:xfrm>
        </p:grpSpPr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AA1C3F22-AA64-62E6-8B0D-CDCA7FA24320}"/>
                </a:ext>
              </a:extLst>
            </p:cNvPr>
            <p:cNvSpPr txBox="1"/>
            <p:nvPr/>
          </p:nvSpPr>
          <p:spPr>
            <a:xfrm>
              <a:off x="8937326" y="1964802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200" dirty="0">
                  <a:solidFill>
                    <a:srgbClr val="E8E8E8">
                      <a:lumMod val="10000"/>
                    </a:srgb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編集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9" name="グラフィックス 58">
              <a:extLst>
                <a:ext uri="{FF2B5EF4-FFF2-40B4-BE49-F238E27FC236}">
                  <a16:creationId xmlns:a16="http://schemas.microsoft.com/office/drawing/2014/main" id="{EA14FE3A-3392-5BFA-AF21-DA84587E57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070808" y="2023006"/>
              <a:ext cx="192437" cy="192437"/>
            </a:xfrm>
            <a:prstGeom prst="rect">
              <a:avLst/>
            </a:prstGeom>
          </p:spPr>
        </p:pic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31628AC3-3FB4-107F-DEB5-E1F7A207EDA5}"/>
              </a:ext>
            </a:extLst>
          </p:cNvPr>
          <p:cNvGrpSpPr/>
          <p:nvPr/>
        </p:nvGrpSpPr>
        <p:grpSpPr>
          <a:xfrm>
            <a:off x="3792780" y="2822917"/>
            <a:ext cx="1010192" cy="277192"/>
            <a:chOff x="680045" y="1919544"/>
            <a:chExt cx="1342680" cy="368425"/>
          </a:xfrm>
        </p:grpSpPr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3CE4067F-74B4-08A9-557A-19A492C803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47320E90-85A7-3176-6F32-8EA162548679}"/>
                </a:ext>
              </a:extLst>
            </p:cNvPr>
            <p:cNvSpPr txBox="1"/>
            <p:nvPr/>
          </p:nvSpPr>
          <p:spPr>
            <a:xfrm>
              <a:off x="1061619" y="1950480"/>
              <a:ext cx="961106" cy="3374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基本情報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319ECCE4-17E3-7976-9009-529901DD86C1}"/>
              </a:ext>
            </a:extLst>
          </p:cNvPr>
          <p:cNvGrpSpPr/>
          <p:nvPr/>
        </p:nvGrpSpPr>
        <p:grpSpPr>
          <a:xfrm>
            <a:off x="9662290" y="3378224"/>
            <a:ext cx="985627" cy="515526"/>
            <a:chOff x="4865250" y="4399152"/>
            <a:chExt cx="1172485" cy="515526"/>
          </a:xfrm>
        </p:grpSpPr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DBB0FB1F-1E99-58A6-2C7B-B49D97320911}"/>
                </a:ext>
              </a:extLst>
            </p:cNvPr>
            <p:cNvSpPr txBox="1"/>
            <p:nvPr/>
          </p:nvSpPr>
          <p:spPr>
            <a:xfrm>
              <a:off x="4865250" y="4399152"/>
              <a:ext cx="117248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生年月日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1990/04/15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65" name="グラフィックス 64">
              <a:extLst>
                <a:ext uri="{FF2B5EF4-FFF2-40B4-BE49-F238E27FC236}">
                  <a16:creationId xmlns:a16="http://schemas.microsoft.com/office/drawing/2014/main" id="{4334A047-D7AC-2089-9837-9980201F0F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2936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614EDB83-E801-AB06-DE4F-15FF507BA82D}"/>
              </a:ext>
            </a:extLst>
          </p:cNvPr>
          <p:cNvGrpSpPr/>
          <p:nvPr/>
        </p:nvGrpSpPr>
        <p:grpSpPr>
          <a:xfrm>
            <a:off x="4031936" y="3383089"/>
            <a:ext cx="922406" cy="515526"/>
            <a:chOff x="4865252" y="4399152"/>
            <a:chExt cx="922406" cy="515526"/>
          </a:xfrm>
        </p:grpSpPr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56F9B2CA-5A60-C0D6-CB1C-836B20B084C0}"/>
                </a:ext>
              </a:extLst>
            </p:cNvPr>
            <p:cNvSpPr txBox="1"/>
            <p:nvPr/>
          </p:nvSpPr>
          <p:spPr>
            <a:xfrm>
              <a:off x="4865252" y="4399152"/>
              <a:ext cx="922406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社員番号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EMP001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77" name="グラフィックス 76">
              <a:extLst>
                <a:ext uri="{FF2B5EF4-FFF2-40B4-BE49-F238E27FC236}">
                  <a16:creationId xmlns:a16="http://schemas.microsoft.com/office/drawing/2014/main" id="{871CDA7F-0C81-33FE-35EA-4883B1F10F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171F8A97-62EC-3DEB-6062-DB8C79479B69}"/>
              </a:ext>
            </a:extLst>
          </p:cNvPr>
          <p:cNvGrpSpPr/>
          <p:nvPr/>
        </p:nvGrpSpPr>
        <p:grpSpPr>
          <a:xfrm>
            <a:off x="4031935" y="4091518"/>
            <a:ext cx="1965447" cy="515526"/>
            <a:chOff x="4865249" y="4399152"/>
            <a:chExt cx="2338061" cy="515526"/>
          </a:xfrm>
        </p:grpSpPr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082DBF61-73BC-9AA0-C2D5-31A9A1F18F8B}"/>
                </a:ext>
              </a:extLst>
            </p:cNvPr>
            <p:cNvSpPr txBox="1"/>
            <p:nvPr/>
          </p:nvSpPr>
          <p:spPr>
            <a:xfrm>
              <a:off x="4865249" y="4399152"/>
              <a:ext cx="2338061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メールアドレス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t-tanaka@example.com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3" name="グラフィックス 82">
              <a:extLst>
                <a:ext uri="{FF2B5EF4-FFF2-40B4-BE49-F238E27FC236}">
                  <a16:creationId xmlns:a16="http://schemas.microsoft.com/office/drawing/2014/main" id="{C02C5DDA-1F65-F9E5-146A-5D0C8861BD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276A1BC5-3CAB-E5F7-A9AB-BA92FE8FE492}"/>
              </a:ext>
            </a:extLst>
          </p:cNvPr>
          <p:cNvGrpSpPr/>
          <p:nvPr/>
        </p:nvGrpSpPr>
        <p:grpSpPr>
          <a:xfrm>
            <a:off x="5458120" y="3383089"/>
            <a:ext cx="922406" cy="515526"/>
            <a:chOff x="4865252" y="4399152"/>
            <a:chExt cx="922406" cy="515526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BFD90F7-196A-EB36-A57C-96AE3539BDDD}"/>
                </a:ext>
              </a:extLst>
            </p:cNvPr>
            <p:cNvSpPr txBox="1"/>
            <p:nvPr/>
          </p:nvSpPr>
          <p:spPr>
            <a:xfrm>
              <a:off x="4865252" y="4399152"/>
              <a:ext cx="922406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氏名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田中 太郎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6" name="グラフィックス 85">
              <a:extLst>
                <a:ext uri="{FF2B5EF4-FFF2-40B4-BE49-F238E27FC236}">
                  <a16:creationId xmlns:a16="http://schemas.microsoft.com/office/drawing/2014/main" id="{46515F83-9462-C526-5E48-1F76012245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3F1D1BBE-703A-C500-45AB-33BCBD9B8DD1}"/>
              </a:ext>
            </a:extLst>
          </p:cNvPr>
          <p:cNvGrpSpPr/>
          <p:nvPr/>
        </p:nvGrpSpPr>
        <p:grpSpPr>
          <a:xfrm>
            <a:off x="6884304" y="3378224"/>
            <a:ext cx="784625" cy="515526"/>
            <a:chOff x="4865252" y="4399152"/>
            <a:chExt cx="784625" cy="515526"/>
          </a:xfrm>
        </p:grpSpPr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05E9340A-87F3-29DB-0F9C-21785F5674BA}"/>
                </a:ext>
              </a:extLst>
            </p:cNvPr>
            <p:cNvSpPr txBox="1"/>
            <p:nvPr/>
          </p:nvSpPr>
          <p:spPr>
            <a:xfrm>
              <a:off x="4865252" y="4399152"/>
              <a:ext cx="78462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営業部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9" name="グラフィックス 88">
              <a:extLst>
                <a:ext uri="{FF2B5EF4-FFF2-40B4-BE49-F238E27FC236}">
                  <a16:creationId xmlns:a16="http://schemas.microsoft.com/office/drawing/2014/main" id="{C7EDDDE8-821D-D702-2AD8-13CBDC5905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0802003C-80F1-8879-A685-3FB35563A708}"/>
              </a:ext>
            </a:extLst>
          </p:cNvPr>
          <p:cNvGrpSpPr/>
          <p:nvPr/>
        </p:nvGrpSpPr>
        <p:grpSpPr>
          <a:xfrm>
            <a:off x="6422011" y="4091518"/>
            <a:ext cx="1324786" cy="515526"/>
            <a:chOff x="4865250" y="4399152"/>
            <a:chExt cx="1575942" cy="515526"/>
          </a:xfrm>
        </p:grpSpPr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D8C200A1-0794-C69E-F94F-FCD2A585DA9A}"/>
                </a:ext>
              </a:extLst>
            </p:cNvPr>
            <p:cNvSpPr txBox="1"/>
            <p:nvPr/>
          </p:nvSpPr>
          <p:spPr>
            <a:xfrm>
              <a:off x="4865250" y="4399152"/>
              <a:ext cx="157594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電話番号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090-1234-5678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92" name="グラフィックス 91">
              <a:extLst>
                <a:ext uri="{FF2B5EF4-FFF2-40B4-BE49-F238E27FC236}">
                  <a16:creationId xmlns:a16="http://schemas.microsoft.com/office/drawing/2014/main" id="{E087B3AF-13EA-93CE-3E2D-F7258FBAEB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06C5926E-CAC9-9671-B21F-0339BAD2041B}"/>
              </a:ext>
            </a:extLst>
          </p:cNvPr>
          <p:cNvGrpSpPr/>
          <p:nvPr/>
        </p:nvGrpSpPr>
        <p:grpSpPr>
          <a:xfrm>
            <a:off x="8172881" y="3378224"/>
            <a:ext cx="985457" cy="515526"/>
            <a:chOff x="4865251" y="4399152"/>
            <a:chExt cx="1172282" cy="515526"/>
          </a:xfrm>
        </p:grpSpPr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5D04DA37-C552-151D-0892-ED022C321F06}"/>
                </a:ext>
              </a:extLst>
            </p:cNvPr>
            <p:cNvSpPr txBox="1"/>
            <p:nvPr/>
          </p:nvSpPr>
          <p:spPr>
            <a:xfrm>
              <a:off x="4865251" y="4399152"/>
              <a:ext cx="117228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入社日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2015/04/01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96" name="グラフィックス 95">
              <a:extLst>
                <a:ext uri="{FF2B5EF4-FFF2-40B4-BE49-F238E27FC236}">
                  <a16:creationId xmlns:a16="http://schemas.microsoft.com/office/drawing/2014/main" id="{E83DF91D-517F-CF3D-A449-BD8328D932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2936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3AB4488-DDD4-008D-C479-4C20F23C3644}"/>
              </a:ext>
            </a:extLst>
          </p:cNvPr>
          <p:cNvGrpSpPr/>
          <p:nvPr/>
        </p:nvGrpSpPr>
        <p:grpSpPr>
          <a:xfrm>
            <a:off x="3781783" y="5117547"/>
            <a:ext cx="1485675" cy="257718"/>
            <a:chOff x="665428" y="1950481"/>
            <a:chExt cx="1974661" cy="342542"/>
          </a:xfrm>
        </p:grpSpPr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EFC106C7-9695-A294-2F66-CA62C99AEA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>
            <a:xfrm>
              <a:off x="665428" y="1960537"/>
              <a:ext cx="332485" cy="332486"/>
            </a:xfrm>
            <a:prstGeom prst="rect">
              <a:avLst/>
            </a:prstGeom>
          </p:spPr>
        </p:pic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66165744-27FB-B8CF-C29F-B854E382C4AD}"/>
                </a:ext>
              </a:extLst>
            </p:cNvPr>
            <p:cNvSpPr txBox="1"/>
            <p:nvPr/>
          </p:nvSpPr>
          <p:spPr>
            <a:xfrm>
              <a:off x="1061619" y="1950481"/>
              <a:ext cx="1578470" cy="337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システム情報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74255385-7744-59CB-5309-00305AC4E01A}"/>
              </a:ext>
            </a:extLst>
          </p:cNvPr>
          <p:cNvSpPr txBox="1"/>
          <p:nvPr/>
        </p:nvSpPr>
        <p:spPr>
          <a:xfrm>
            <a:off x="4243397" y="5665080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登録日時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2015/04/01</a:t>
            </a:r>
            <a:r>
              <a:rPr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9:00:00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BF53E57C-5241-05E2-1FBE-97968C2A8F2F}"/>
              </a:ext>
            </a:extLst>
          </p:cNvPr>
          <p:cNvSpPr txBox="1"/>
          <p:nvPr/>
        </p:nvSpPr>
        <p:spPr>
          <a:xfrm>
            <a:off x="6559975" y="5665081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更新日時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2024/10/15 14:32:11</a:t>
            </a:r>
            <a:endParaRPr kumimoji="1" lang="ja-JP" altLang="en-US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1F7D191-37E2-B276-0E0E-D97663F27034}"/>
              </a:ext>
            </a:extLst>
          </p:cNvPr>
          <p:cNvGrpSpPr/>
          <p:nvPr/>
        </p:nvGrpSpPr>
        <p:grpSpPr>
          <a:xfrm>
            <a:off x="3537675" y="1453009"/>
            <a:ext cx="5580061" cy="3370921"/>
            <a:chOff x="5293829" y="2474232"/>
            <a:chExt cx="4902064" cy="361679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159F1E8C-2FB2-FEA9-062B-9703AF0D02C7}"/>
                </a:ext>
              </a:extLst>
            </p:cNvPr>
            <p:cNvSpPr txBox="1"/>
            <p:nvPr/>
          </p:nvSpPr>
          <p:spPr>
            <a:xfrm>
              <a:off x="5293829" y="2474232"/>
              <a:ext cx="4902064" cy="3616791"/>
            </a:xfrm>
            <a:prstGeom prst="roundRect">
              <a:avLst>
                <a:gd name="adj" fmla="val 4947"/>
              </a:avLst>
            </a:prstGeom>
            <a:solidFill>
              <a:srgbClr val="F3F3F1"/>
            </a:solidFill>
            <a:ln>
              <a:noFill/>
            </a:ln>
            <a:effectLst>
              <a:outerShdw blurRad="800100" algn="ctr" rotWithShape="0">
                <a:schemeClr val="bg2">
                  <a:lumMod val="50000"/>
                  <a:alpha val="69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ja-JP" sz="14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社員情報を削除しますか？</a:t>
              </a:r>
              <a:endPara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ja-JP" sz="1600" b="1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田中 太郎 </a:t>
              </a:r>
              <a:r>
                <a:rPr kumimoji="1" lang="en-US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(EMP001)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5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を</a:t>
              </a:r>
              <a:r>
                <a:rPr lang="ja-JP" altLang="en-US" sz="1600" dirty="0">
                  <a:solidFill>
                    <a:srgbClr val="E8E8E8">
                      <a:lumMod val="10000"/>
                    </a:srgb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削除します。この操作は取り消せません。</a:t>
              </a:r>
              <a:endParaRPr lang="en-US" altLang="ja-JP" sz="16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ja-JP" sz="16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60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40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40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AC0B6233-0B28-C6B6-5329-76A0E22DC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443769" y="2695305"/>
              <a:ext cx="609257" cy="609257"/>
            </a:xfrm>
            <a:prstGeom prst="rect">
              <a:avLst/>
            </a:prstGeom>
          </p:spPr>
        </p:pic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835FAB2-71DB-C864-6E16-C25DEFD618D2}"/>
              </a:ext>
            </a:extLst>
          </p:cNvPr>
          <p:cNvSpPr txBox="1"/>
          <p:nvPr/>
        </p:nvSpPr>
        <p:spPr>
          <a:xfrm>
            <a:off x="4667255" y="3800453"/>
            <a:ext cx="1350428" cy="559118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6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削除する</a:t>
            </a: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E23139-D8FB-AA53-06D4-A4B090F92F10}"/>
              </a:ext>
            </a:extLst>
          </p:cNvPr>
          <p:cNvSpPr txBox="1"/>
          <p:nvPr/>
        </p:nvSpPr>
        <p:spPr>
          <a:xfrm>
            <a:off x="6633476" y="3800453"/>
            <a:ext cx="1350428" cy="559118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6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4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</a:t>
            </a: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C0D1CDD4-3D29-CE7D-1647-F65A3EA5B46D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35" name="図 49">
              <a:extLst>
                <a:ext uri="{FF2B5EF4-FFF2-40B4-BE49-F238E27FC236}">
                  <a16:creationId xmlns:a16="http://schemas.microsoft.com/office/drawing/2014/main" id="{3B691EB5-326C-4122-1584-5A0FEDC41C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0179C25-09CA-F294-FCFB-A9BF042234D7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814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F5F1D-70DE-53B3-5942-8CF27483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9970D6E-D37A-8A8A-BEEF-CA0D21A037D3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6AEC19-6B96-4AC6-8A46-A312EA405D90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712B26-2AAA-B198-28A1-113B7A0C42EA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04F9A69-750A-48E8-B53C-A9B5E336131C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CCAF8A1-6A66-59AA-A3AD-F8F173CE0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5F49DF8-055E-233E-FB5F-3F78AE41153B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611E462-C4BE-B1E8-DABD-4A9284543274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24" name="グラフィックス 23">
              <a:extLst>
                <a:ext uri="{FF2B5EF4-FFF2-40B4-BE49-F238E27FC236}">
                  <a16:creationId xmlns:a16="http://schemas.microsoft.com/office/drawing/2014/main" id="{1B91BF7D-0BE4-7F5E-0DA5-138958D73A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48E20A3-3BFD-92CB-0723-1C013094AABF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0CC469F9-D83E-AE40-AF3C-B43D9D73F8B5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67E19BD4-C8F8-E688-F505-0A0711417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1B09CD11-AAF5-CDCF-80BC-A6EAE40E9A1E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C9E61886-9A6D-5FD5-021D-75E9C22D1061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36" name="グラフィックス 35">
              <a:extLst>
                <a:ext uri="{FF2B5EF4-FFF2-40B4-BE49-F238E27FC236}">
                  <a16:creationId xmlns:a16="http://schemas.microsoft.com/office/drawing/2014/main" id="{09797385-78C1-AE00-8877-912A8F750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96BBDCD2-A010-F462-F492-002AD1970789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259D0600-94F7-4B04-2ED2-B0B1E6731C84}"/>
              </a:ext>
            </a:extLst>
          </p:cNvPr>
          <p:cNvGrpSpPr/>
          <p:nvPr/>
        </p:nvGrpSpPr>
        <p:grpSpPr>
          <a:xfrm>
            <a:off x="3249639" y="445475"/>
            <a:ext cx="2541559" cy="353570"/>
            <a:chOff x="680045" y="1919544"/>
            <a:chExt cx="2541559" cy="353570"/>
          </a:xfrm>
        </p:grpSpPr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F411B63-F3D0-5B64-713C-6D798249433F}"/>
                </a:ext>
              </a:extLst>
            </p:cNvPr>
            <p:cNvSpPr txBox="1"/>
            <p:nvPr/>
          </p:nvSpPr>
          <p:spPr>
            <a:xfrm>
              <a:off x="1061617" y="1965337"/>
              <a:ext cx="215998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社員一覧　　  社員登録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3B88CE9C-F0BC-1A84-140B-0EC2EAE9E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C7FAB397-8632-6740-764F-D97BB724BD59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F3077527-0032-B5B1-7288-410DA662D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24163D30-6AA8-001F-3108-727FE8CB5616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5C44C6F0-BB80-5147-761A-31DF41B28FB1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JP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  </a:t>
                </a:r>
                <a:r>
                  <a:rPr kumimoji="1" lang="ja-JP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▼</a:t>
                </a:r>
                <a:endPara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pic>
            <p:nvPicPr>
              <p:cNvPr id="48" name="図 47">
                <a:extLst>
                  <a:ext uri="{FF2B5EF4-FFF2-40B4-BE49-F238E27FC236}">
                    <a16:creationId xmlns:a16="http://schemas.microsoft.com/office/drawing/2014/main" id="{CBCCF2A7-3278-88E6-6020-9EFFA2EE5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E7204A0B-97B1-D2DE-480A-52DC458F849B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50" name="図 49">
              <a:extLst>
                <a:ext uri="{FF2B5EF4-FFF2-40B4-BE49-F238E27FC236}">
                  <a16:creationId xmlns:a16="http://schemas.microsoft.com/office/drawing/2014/main" id="{2BDDC079-ED18-ABE4-060A-BD7E444BC0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8AD836C3-EB3F-10A8-B3E6-A2D03F2BE906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pic>
        <p:nvPicPr>
          <p:cNvPr id="52" name="グラフィックス 51">
            <a:extLst>
              <a:ext uri="{FF2B5EF4-FFF2-40B4-BE49-F238E27FC236}">
                <a16:creationId xmlns:a16="http://schemas.microsoft.com/office/drawing/2014/main" id="{B06A600D-6C32-8826-9698-9D0DF2C11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8371" y="426716"/>
            <a:ext cx="436880" cy="43688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28469D-64F7-BDA6-6A27-06F1020C8E57}"/>
              </a:ext>
            </a:extLst>
          </p:cNvPr>
          <p:cNvSpPr txBox="1"/>
          <p:nvPr/>
        </p:nvSpPr>
        <p:spPr>
          <a:xfrm>
            <a:off x="3631211" y="1027921"/>
            <a:ext cx="7210341" cy="5051465"/>
          </a:xfrm>
          <a:prstGeom prst="roundRect">
            <a:avLst>
              <a:gd name="adj" fmla="val 4947"/>
            </a:avLst>
          </a:prstGeom>
          <a:solidFill>
            <a:srgbClr val="F7F7F6"/>
          </a:solidFill>
          <a:ln>
            <a:solidFill>
              <a:schemeClr val="bg2">
                <a:lumMod val="9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</a:t>
            </a:r>
            <a:endParaRPr lang="en-US" altLang="ja-JP" sz="8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　　　　　</a:t>
            </a:r>
            <a:r>
              <a:rPr lang="ja-JP" altLang="en-US" sz="11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社員情報の入力</a:t>
            </a:r>
            <a:endParaRPr kumimoji="1" lang="en-US" altLang="ja-JP" sz="11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2" name="図 61">
            <a:extLst>
              <a:ext uri="{FF2B5EF4-FFF2-40B4-BE49-F238E27FC236}">
                <a16:creationId xmlns:a16="http://schemas.microsoft.com/office/drawing/2014/main" id="{7BD800D8-1993-FBEF-0627-3482D517A0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0146" y="1203892"/>
            <a:ext cx="250154" cy="250154"/>
          </a:xfrm>
          <a:prstGeom prst="rect">
            <a:avLst/>
          </a:prstGeom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98A2515-ED1A-6CCC-C89D-59FE8F80FFC1}"/>
              </a:ext>
            </a:extLst>
          </p:cNvPr>
          <p:cNvCxnSpPr/>
          <p:nvPr/>
        </p:nvCxnSpPr>
        <p:spPr>
          <a:xfrm>
            <a:off x="3631211" y="1630017"/>
            <a:ext cx="7210341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p_300">
            <a:extLst>
              <a:ext uri="{FF2B5EF4-FFF2-40B4-BE49-F238E27FC236}">
                <a16:creationId xmlns:a16="http://schemas.microsoft.com/office/drawing/2014/main" id="{CAD82FDA-F869-9582-DD4F-DD71C84FE63D}"/>
              </a:ext>
            </a:extLst>
          </p:cNvPr>
          <p:cNvSpPr txBox="1"/>
          <p:nvPr/>
        </p:nvSpPr>
        <p:spPr>
          <a:xfrm>
            <a:off x="4317253" y="2185930"/>
            <a:ext cx="1164864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例）EMP00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0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BBBBBB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A6F0A93-E27C-DFFF-7B59-B9BFBC9BC92D}"/>
              </a:ext>
            </a:extLst>
          </p:cNvPr>
          <p:cNvGrpSpPr/>
          <p:nvPr/>
        </p:nvGrpSpPr>
        <p:grpSpPr>
          <a:xfrm>
            <a:off x="4259394" y="1904441"/>
            <a:ext cx="1006725" cy="515526"/>
            <a:chOff x="4865251" y="4399152"/>
            <a:chExt cx="1006725" cy="51552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AF99479-6258-154E-70E2-60478E926876}"/>
                </a:ext>
              </a:extLst>
            </p:cNvPr>
            <p:cNvSpPr txBox="1"/>
            <p:nvPr/>
          </p:nvSpPr>
          <p:spPr>
            <a:xfrm>
              <a:off x="4865251" y="4399152"/>
              <a:ext cx="100672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社員番号 </a:t>
              </a:r>
              <a:r>
                <a:rPr kumimoji="1" lang="en-US" altLang="ja-JP" sz="9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*</a:t>
              </a:r>
              <a:endParaRPr kumimoji="1"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22" name="グラフィックス 21">
              <a:extLst>
                <a:ext uri="{FF2B5EF4-FFF2-40B4-BE49-F238E27FC236}">
                  <a16:creationId xmlns:a16="http://schemas.microsoft.com/office/drawing/2014/main" id="{20729C15-0E36-81C8-3356-EA569D3CF2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246" name="グループ化 245">
            <a:extLst>
              <a:ext uri="{FF2B5EF4-FFF2-40B4-BE49-F238E27FC236}">
                <a16:creationId xmlns:a16="http://schemas.microsoft.com/office/drawing/2014/main" id="{E60FA23E-EA54-2D22-45D9-5FECAFBBE211}"/>
              </a:ext>
            </a:extLst>
          </p:cNvPr>
          <p:cNvGrpSpPr/>
          <p:nvPr/>
        </p:nvGrpSpPr>
        <p:grpSpPr>
          <a:xfrm>
            <a:off x="4255412" y="2561771"/>
            <a:ext cx="2215960" cy="539110"/>
            <a:chOff x="4022182" y="2442822"/>
            <a:chExt cx="2215960" cy="539110"/>
          </a:xfrm>
        </p:grpSpPr>
        <p:sp>
          <p:nvSpPr>
            <p:cNvPr id="59" name="inp_300">
              <a:extLst>
                <a:ext uri="{FF2B5EF4-FFF2-40B4-BE49-F238E27FC236}">
                  <a16:creationId xmlns:a16="http://schemas.microsoft.com/office/drawing/2014/main" id="{A16A4F3F-3FD9-A906-A1C8-079CD4F5D5F0}"/>
                </a:ext>
              </a:extLst>
            </p:cNvPr>
            <p:cNvSpPr txBox="1"/>
            <p:nvPr/>
          </p:nvSpPr>
          <p:spPr>
            <a:xfrm>
              <a:off x="4080040" y="2724311"/>
              <a:ext cx="1025744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</a:t>
              </a:r>
              <a:r>
                <a:rPr lang="ja-JP" altLang="en-US" sz="900" dirty="0">
                  <a:solidFill>
                    <a:srgbClr val="BBBBBB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山田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DE5788C8-22AB-DA9A-DD18-45CAE75E7C28}"/>
                </a:ext>
              </a:extLst>
            </p:cNvPr>
            <p:cNvGrpSpPr/>
            <p:nvPr/>
          </p:nvGrpSpPr>
          <p:grpSpPr>
            <a:xfrm>
              <a:off x="4022182" y="2442822"/>
              <a:ext cx="922406" cy="515526"/>
              <a:chOff x="4865252" y="4399152"/>
              <a:chExt cx="922406" cy="515526"/>
            </a:xfrm>
          </p:grpSpPr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61A6EF3A-870F-4C3B-D779-3730EACF5FB1}"/>
                  </a:ext>
                </a:extLst>
              </p:cNvPr>
              <p:cNvSpPr txBox="1"/>
              <p:nvPr/>
            </p:nvSpPr>
            <p:spPr>
              <a:xfrm>
                <a:off x="4865252" y="4399152"/>
                <a:ext cx="922406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氏名 </a:t>
                </a:r>
                <a:r>
                  <a:rPr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  <a:endPara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62" name="グラフィックス 61">
                <a:extLst>
                  <a:ext uri="{FF2B5EF4-FFF2-40B4-BE49-F238E27FC236}">
                    <a16:creationId xmlns:a16="http://schemas.microsoft.com/office/drawing/2014/main" id="{DF226828-F02D-B778-CE64-C9213E1FD1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4989279" y="4442686"/>
                <a:ext cx="174871" cy="174871"/>
              </a:xfrm>
              <a:prstGeom prst="rect">
                <a:avLst/>
              </a:prstGeom>
            </p:spPr>
          </p:pic>
        </p:grpSp>
        <p:sp>
          <p:nvSpPr>
            <p:cNvPr id="63" name="inp_300">
              <a:extLst>
                <a:ext uri="{FF2B5EF4-FFF2-40B4-BE49-F238E27FC236}">
                  <a16:creationId xmlns:a16="http://schemas.microsoft.com/office/drawing/2014/main" id="{345A0CFD-84FE-66CF-D79F-F3596BF9579C}"/>
                </a:ext>
              </a:extLst>
            </p:cNvPr>
            <p:cNvSpPr txBox="1"/>
            <p:nvPr/>
          </p:nvSpPr>
          <p:spPr>
            <a:xfrm>
              <a:off x="5212398" y="2724311"/>
              <a:ext cx="1025744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例）太郎</a:t>
              </a:r>
            </a:p>
          </p:txBody>
        </p:sp>
      </p:grpSp>
      <p:grpSp>
        <p:nvGrpSpPr>
          <p:cNvPr id="245" name="グループ化 244">
            <a:extLst>
              <a:ext uri="{FF2B5EF4-FFF2-40B4-BE49-F238E27FC236}">
                <a16:creationId xmlns:a16="http://schemas.microsoft.com/office/drawing/2014/main" id="{021F51F1-BACA-C8B6-79A5-D10D6171D103}"/>
              </a:ext>
            </a:extLst>
          </p:cNvPr>
          <p:cNvGrpSpPr/>
          <p:nvPr/>
        </p:nvGrpSpPr>
        <p:grpSpPr>
          <a:xfrm>
            <a:off x="5672093" y="1908884"/>
            <a:ext cx="1105498" cy="534666"/>
            <a:chOff x="8406197" y="1789935"/>
            <a:chExt cx="1105498" cy="534666"/>
          </a:xfrm>
        </p:grpSpPr>
        <p:sp>
          <p:nvSpPr>
            <p:cNvPr id="197" name="inp_300">
              <a:extLst>
                <a:ext uri="{FF2B5EF4-FFF2-40B4-BE49-F238E27FC236}">
                  <a16:creationId xmlns:a16="http://schemas.microsoft.com/office/drawing/2014/main" id="{3736AA0B-22C5-155C-CE19-86C3FAB11E98}"/>
                </a:ext>
              </a:extLst>
            </p:cNvPr>
            <p:cNvSpPr txBox="1"/>
            <p:nvPr/>
          </p:nvSpPr>
          <p:spPr>
            <a:xfrm>
              <a:off x="8485951" y="2066980"/>
              <a:ext cx="1025744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例）営業部</a:t>
              </a:r>
            </a:p>
          </p:txBody>
        </p:sp>
        <p:grpSp>
          <p:nvGrpSpPr>
            <p:cNvPr id="192" name="グループ化 191">
              <a:extLst>
                <a:ext uri="{FF2B5EF4-FFF2-40B4-BE49-F238E27FC236}">
                  <a16:creationId xmlns:a16="http://schemas.microsoft.com/office/drawing/2014/main" id="{413FA2ED-C764-4EC1-2751-DE2E4B79021D}"/>
                </a:ext>
              </a:extLst>
            </p:cNvPr>
            <p:cNvGrpSpPr/>
            <p:nvPr/>
          </p:nvGrpSpPr>
          <p:grpSpPr>
            <a:xfrm>
              <a:off x="8406197" y="1789935"/>
              <a:ext cx="784625" cy="515526"/>
              <a:chOff x="4865252" y="4399152"/>
              <a:chExt cx="784625" cy="515526"/>
            </a:xfrm>
          </p:grpSpPr>
          <p:sp>
            <p:nvSpPr>
              <p:cNvPr id="193" name="テキスト ボックス 192">
                <a:extLst>
                  <a:ext uri="{FF2B5EF4-FFF2-40B4-BE49-F238E27FC236}">
                    <a16:creationId xmlns:a16="http://schemas.microsoft.com/office/drawing/2014/main" id="{7D717907-2091-2260-D3BC-FA0362D82533}"/>
                  </a:ext>
                </a:extLst>
              </p:cNvPr>
              <p:cNvSpPr txBox="1"/>
              <p:nvPr/>
            </p:nvSpPr>
            <p:spPr>
              <a:xfrm>
                <a:off x="4865252" y="4399152"/>
                <a:ext cx="784625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kumimoji="1"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部門 </a:t>
                </a:r>
                <a:r>
                  <a:rPr kumimoji="1"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  <a:endParaRPr kumimoji="1"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194" name="グラフィックス 193">
                <a:extLst>
                  <a:ext uri="{FF2B5EF4-FFF2-40B4-BE49-F238E27FC236}">
                    <a16:creationId xmlns:a16="http://schemas.microsoft.com/office/drawing/2014/main" id="{581D09E9-C48B-1337-2A04-C76C9B1AA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4989279" y="4442686"/>
                <a:ext cx="174871" cy="174871"/>
              </a:xfrm>
              <a:prstGeom prst="rect">
                <a:avLst/>
              </a:prstGeom>
            </p:spPr>
          </p:pic>
        </p:grpSp>
      </p:grpSp>
      <p:grpSp>
        <p:nvGrpSpPr>
          <p:cNvPr id="244" name="グループ化 243">
            <a:extLst>
              <a:ext uri="{FF2B5EF4-FFF2-40B4-BE49-F238E27FC236}">
                <a16:creationId xmlns:a16="http://schemas.microsoft.com/office/drawing/2014/main" id="{5D4005E4-D783-6FCC-83FA-7CA9D222962E}"/>
              </a:ext>
            </a:extLst>
          </p:cNvPr>
          <p:cNvGrpSpPr/>
          <p:nvPr/>
        </p:nvGrpSpPr>
        <p:grpSpPr>
          <a:xfrm>
            <a:off x="4259395" y="3223529"/>
            <a:ext cx="2867268" cy="542243"/>
            <a:chOff x="4026165" y="2606091"/>
            <a:chExt cx="2867268" cy="542243"/>
          </a:xfrm>
        </p:grpSpPr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322B4145-A35C-BB1C-27B7-50A603770427}"/>
                </a:ext>
              </a:extLst>
            </p:cNvPr>
            <p:cNvGrpSpPr/>
            <p:nvPr/>
          </p:nvGrpSpPr>
          <p:grpSpPr>
            <a:xfrm>
              <a:off x="4026165" y="2606091"/>
              <a:ext cx="1965447" cy="515526"/>
              <a:chOff x="4865249" y="4399152"/>
              <a:chExt cx="2338061" cy="515526"/>
            </a:xfrm>
          </p:grpSpPr>
          <p:sp>
            <p:nvSpPr>
              <p:cNvPr id="200" name="テキスト ボックス 199">
                <a:extLst>
                  <a:ext uri="{FF2B5EF4-FFF2-40B4-BE49-F238E27FC236}">
                    <a16:creationId xmlns:a16="http://schemas.microsoft.com/office/drawing/2014/main" id="{6E1206AE-7A0B-7653-B054-F952D28365CA}"/>
                  </a:ext>
                </a:extLst>
              </p:cNvPr>
              <p:cNvSpPr txBox="1"/>
              <p:nvPr/>
            </p:nvSpPr>
            <p:spPr>
              <a:xfrm>
                <a:off x="4865249" y="4399152"/>
                <a:ext cx="2338061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kumimoji="1"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メールアドレス </a:t>
                </a:r>
                <a:r>
                  <a:rPr kumimoji="1"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</a:p>
              <a:p>
                <a:pPr algn="r"/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206" name="グラフィックス 205">
                <a:extLst>
                  <a:ext uri="{FF2B5EF4-FFF2-40B4-BE49-F238E27FC236}">
                    <a16:creationId xmlns:a16="http://schemas.microsoft.com/office/drawing/2014/main" id="{EF9867C5-999A-F716-A7EB-60A27DB110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5029370" y="4456620"/>
                <a:ext cx="174871" cy="147002"/>
              </a:xfrm>
              <a:prstGeom prst="rect">
                <a:avLst/>
              </a:prstGeom>
            </p:spPr>
          </p:pic>
        </p:grpSp>
        <p:sp>
          <p:nvSpPr>
            <p:cNvPr id="208" name="inp_300">
              <a:extLst>
                <a:ext uri="{FF2B5EF4-FFF2-40B4-BE49-F238E27FC236}">
                  <a16:creationId xmlns:a16="http://schemas.microsoft.com/office/drawing/2014/main" id="{7FBFF7EC-20A2-A4AA-C3F2-C6205C53CFAA}"/>
                </a:ext>
              </a:extLst>
            </p:cNvPr>
            <p:cNvSpPr txBox="1"/>
            <p:nvPr/>
          </p:nvSpPr>
          <p:spPr>
            <a:xfrm>
              <a:off x="4084023" y="2890713"/>
              <a:ext cx="2809410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</a:t>
              </a: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x-xxxxxx@example.com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grpSp>
        <p:nvGrpSpPr>
          <p:cNvPr id="243" name="グループ化 242">
            <a:extLst>
              <a:ext uri="{FF2B5EF4-FFF2-40B4-BE49-F238E27FC236}">
                <a16:creationId xmlns:a16="http://schemas.microsoft.com/office/drawing/2014/main" id="{3A6D33C4-6DC6-CEA9-28E5-CF8D50D1FB36}"/>
              </a:ext>
            </a:extLst>
          </p:cNvPr>
          <p:cNvGrpSpPr/>
          <p:nvPr/>
        </p:nvGrpSpPr>
        <p:grpSpPr>
          <a:xfrm>
            <a:off x="4255412" y="3862228"/>
            <a:ext cx="2346529" cy="544449"/>
            <a:chOff x="7132861" y="2603885"/>
            <a:chExt cx="2346529" cy="544449"/>
          </a:xfrm>
        </p:grpSpPr>
        <p:grpSp>
          <p:nvGrpSpPr>
            <p:cNvPr id="209" name="グループ化 208">
              <a:extLst>
                <a:ext uri="{FF2B5EF4-FFF2-40B4-BE49-F238E27FC236}">
                  <a16:creationId xmlns:a16="http://schemas.microsoft.com/office/drawing/2014/main" id="{4EBA0996-B371-0BF7-4E16-AF3B924A39EA}"/>
                </a:ext>
              </a:extLst>
            </p:cNvPr>
            <p:cNvGrpSpPr/>
            <p:nvPr/>
          </p:nvGrpSpPr>
          <p:grpSpPr>
            <a:xfrm>
              <a:off x="7132861" y="2603885"/>
              <a:ext cx="1324786" cy="515526"/>
              <a:chOff x="4865250" y="4399152"/>
              <a:chExt cx="1575942" cy="515526"/>
            </a:xfrm>
          </p:grpSpPr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7F4D0DAD-20B1-A0D4-D8A0-C30BB5861C12}"/>
                  </a:ext>
                </a:extLst>
              </p:cNvPr>
              <p:cNvSpPr txBox="1"/>
              <p:nvPr/>
            </p:nvSpPr>
            <p:spPr>
              <a:xfrm>
                <a:off x="4865250" y="4399152"/>
                <a:ext cx="1575942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電話番号 </a:t>
                </a:r>
                <a:r>
                  <a:rPr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  <a:endParaRPr kumimoji="1"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211" name="グラフィックス 210">
                <a:extLst>
                  <a:ext uri="{FF2B5EF4-FFF2-40B4-BE49-F238E27FC236}">
                    <a16:creationId xmlns:a16="http://schemas.microsoft.com/office/drawing/2014/main" id="{E3FF187E-AB3C-E196-9C0A-B2B829872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5029370" y="4456620"/>
                <a:ext cx="174871" cy="147002"/>
              </a:xfrm>
              <a:prstGeom prst="rect">
                <a:avLst/>
              </a:prstGeom>
            </p:spPr>
          </p:pic>
        </p:grpSp>
        <p:sp>
          <p:nvSpPr>
            <p:cNvPr id="212" name="inp_300">
              <a:extLst>
                <a:ext uri="{FF2B5EF4-FFF2-40B4-BE49-F238E27FC236}">
                  <a16:creationId xmlns:a16="http://schemas.microsoft.com/office/drawing/2014/main" id="{6EA93568-1D4D-13EC-7314-1F3C3E49162A}"/>
                </a:ext>
              </a:extLst>
            </p:cNvPr>
            <p:cNvSpPr txBox="1"/>
            <p:nvPr/>
          </p:nvSpPr>
          <p:spPr>
            <a:xfrm>
              <a:off x="7187297" y="2890713"/>
              <a:ext cx="2292093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</a:t>
              </a:r>
              <a:r>
                <a:rPr lang="en-US" altLang="ja-JP" sz="900" dirty="0">
                  <a:solidFill>
                    <a:srgbClr val="BBBBBB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000-0000-0000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grpSp>
        <p:nvGrpSpPr>
          <p:cNvPr id="262" name="グループ化 261">
            <a:extLst>
              <a:ext uri="{FF2B5EF4-FFF2-40B4-BE49-F238E27FC236}">
                <a16:creationId xmlns:a16="http://schemas.microsoft.com/office/drawing/2014/main" id="{277E1AAE-09B2-EF80-E1D3-B3A1C927C695}"/>
              </a:ext>
            </a:extLst>
          </p:cNvPr>
          <p:cNvGrpSpPr/>
          <p:nvPr/>
        </p:nvGrpSpPr>
        <p:grpSpPr>
          <a:xfrm>
            <a:off x="4259395" y="4550843"/>
            <a:ext cx="3447727" cy="559060"/>
            <a:chOff x="4026165" y="4432855"/>
            <a:chExt cx="3447727" cy="559060"/>
          </a:xfrm>
        </p:grpSpPr>
        <p:sp>
          <p:nvSpPr>
            <p:cNvPr id="220" name="inp_300">
              <a:extLst>
                <a:ext uri="{FF2B5EF4-FFF2-40B4-BE49-F238E27FC236}">
                  <a16:creationId xmlns:a16="http://schemas.microsoft.com/office/drawing/2014/main" id="{02135D9F-8DCF-38F2-959D-E9E58C3CB356}"/>
                </a:ext>
              </a:extLst>
            </p:cNvPr>
            <p:cNvSpPr txBox="1"/>
            <p:nvPr/>
          </p:nvSpPr>
          <p:spPr>
            <a:xfrm>
              <a:off x="6063125" y="4734294"/>
              <a:ext cx="1410767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</a:t>
              </a:r>
              <a:r>
                <a:rPr kumimoji="1" lang="en-US" altLang="ja-JP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YYYY/MM/DD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grpSp>
          <p:nvGrpSpPr>
            <p:cNvPr id="247" name="グループ化 246">
              <a:extLst>
                <a:ext uri="{FF2B5EF4-FFF2-40B4-BE49-F238E27FC236}">
                  <a16:creationId xmlns:a16="http://schemas.microsoft.com/office/drawing/2014/main" id="{F96CFBBF-DC39-1C37-E4F0-93552A0E3336}"/>
                </a:ext>
              </a:extLst>
            </p:cNvPr>
            <p:cNvGrpSpPr/>
            <p:nvPr/>
          </p:nvGrpSpPr>
          <p:grpSpPr>
            <a:xfrm>
              <a:off x="4026165" y="4432855"/>
              <a:ext cx="3324326" cy="559060"/>
              <a:chOff x="4026165" y="4432855"/>
              <a:chExt cx="3324326" cy="559060"/>
            </a:xfrm>
          </p:grpSpPr>
          <p:sp>
            <p:nvSpPr>
              <p:cNvPr id="216" name="inp_300">
                <a:extLst>
                  <a:ext uri="{FF2B5EF4-FFF2-40B4-BE49-F238E27FC236}">
                    <a16:creationId xmlns:a16="http://schemas.microsoft.com/office/drawing/2014/main" id="{88CC8D4E-66B3-DDFA-54FE-30AE1C82DDED}"/>
                  </a:ext>
                </a:extLst>
              </p:cNvPr>
              <p:cNvSpPr txBox="1"/>
              <p:nvPr/>
            </p:nvSpPr>
            <p:spPr>
              <a:xfrm>
                <a:off x="4084022" y="4734294"/>
                <a:ext cx="1410767" cy="257621"/>
              </a:xfrm>
              <a:prstGeom prst="roundRect">
                <a:avLst>
                  <a:gd name="adj" fmla="val 18547"/>
                </a:avLst>
              </a:prstGeom>
              <a:solidFill>
                <a:srgbClr val="FDFDFD"/>
              </a:solidFill>
              <a:ln>
                <a:solidFill>
                  <a:srgbClr val="CCCC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BBBB"/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例）</a:t>
                </a:r>
                <a:r>
                  <a:rPr kumimoji="1" lang="en-US" altLang="ja-JP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BBBB"/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YYYY/MM/DD</a:t>
                </a:r>
                <a:endPara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grpSp>
            <p:nvGrpSpPr>
              <p:cNvPr id="239" name="グループ化 238">
                <a:extLst>
                  <a:ext uri="{FF2B5EF4-FFF2-40B4-BE49-F238E27FC236}">
                    <a16:creationId xmlns:a16="http://schemas.microsoft.com/office/drawing/2014/main" id="{D29EDBB2-C7E5-5394-D976-48FE9D984823}"/>
                  </a:ext>
                </a:extLst>
              </p:cNvPr>
              <p:cNvGrpSpPr/>
              <p:nvPr/>
            </p:nvGrpSpPr>
            <p:grpSpPr>
              <a:xfrm>
                <a:off x="4026165" y="4432855"/>
                <a:ext cx="3324326" cy="515526"/>
                <a:chOff x="4026165" y="3433233"/>
                <a:chExt cx="3324326" cy="515526"/>
              </a:xfrm>
            </p:grpSpPr>
            <p:grpSp>
              <p:nvGrpSpPr>
                <p:cNvPr id="213" name="グループ化 212">
                  <a:extLst>
                    <a:ext uri="{FF2B5EF4-FFF2-40B4-BE49-F238E27FC236}">
                      <a16:creationId xmlns:a16="http://schemas.microsoft.com/office/drawing/2014/main" id="{6DC55048-465E-C789-9CE9-0C0C792E714C}"/>
                    </a:ext>
                  </a:extLst>
                </p:cNvPr>
                <p:cNvGrpSpPr/>
                <p:nvPr/>
              </p:nvGrpSpPr>
              <p:grpSpPr>
                <a:xfrm>
                  <a:off x="4026165" y="3433233"/>
                  <a:ext cx="985457" cy="515526"/>
                  <a:chOff x="4865251" y="4399152"/>
                  <a:chExt cx="1172282" cy="515526"/>
                </a:xfrm>
              </p:grpSpPr>
              <p:sp>
                <p:nvSpPr>
                  <p:cNvPr id="214" name="テキスト ボックス 213">
                    <a:extLst>
                      <a:ext uri="{FF2B5EF4-FFF2-40B4-BE49-F238E27FC236}">
                        <a16:creationId xmlns:a16="http://schemas.microsoft.com/office/drawing/2014/main" id="{343A39A4-F267-DAF5-B1E3-60798C51C3ED}"/>
                      </a:ext>
                    </a:extLst>
                  </p:cNvPr>
                  <p:cNvSpPr txBox="1"/>
                  <p:nvPr/>
                </p:nvSpPr>
                <p:spPr>
                  <a:xfrm>
                    <a:off x="4865251" y="4399152"/>
                    <a:ext cx="1172282" cy="51552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r>
                      <a:rPr kumimoji="1" lang="ja-JP" altLang="en-US" sz="105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　　</a:t>
                    </a:r>
                    <a:r>
                      <a:rPr kumimoji="1" lang="ja-JP" altLang="en-US" sz="9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入社日</a:t>
                    </a:r>
                    <a:endParaRPr kumimoji="1" lang="en-US" altLang="ja-JP" sz="9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  <a:p>
                    <a:pPr algn="r"/>
                    <a:endParaRPr kumimoji="1" lang="en-US" altLang="ja-JP" sz="5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  <a:p>
                    <a:pPr algn="r"/>
                    <a:r>
                      <a: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　</a:t>
                    </a:r>
                    <a:endParaRPr kumimoji="1" lang="ja-JP" altLang="en-US" sz="16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</p:txBody>
              </p:sp>
              <p:pic>
                <p:nvPicPr>
                  <p:cNvPr id="215" name="グラフィックス 214">
                    <a:extLst>
                      <a:ext uri="{FF2B5EF4-FFF2-40B4-BE49-F238E27FC236}">
                        <a16:creationId xmlns:a16="http://schemas.microsoft.com/office/drawing/2014/main" id="{C0C16187-B676-0D2C-4BB2-A217D64DF1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29369" y="4442686"/>
                    <a:ext cx="174871" cy="17487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17" name="グループ化 216">
                  <a:extLst>
                    <a:ext uri="{FF2B5EF4-FFF2-40B4-BE49-F238E27FC236}">
                      <a16:creationId xmlns:a16="http://schemas.microsoft.com/office/drawing/2014/main" id="{06D06BDC-1ED9-305D-484B-0B69F1314922}"/>
                    </a:ext>
                  </a:extLst>
                </p:cNvPr>
                <p:cNvGrpSpPr/>
                <p:nvPr/>
              </p:nvGrpSpPr>
              <p:grpSpPr>
                <a:xfrm>
                  <a:off x="5991611" y="3433233"/>
                  <a:ext cx="1088476" cy="515526"/>
                  <a:chOff x="4865251" y="4399152"/>
                  <a:chExt cx="1294832" cy="515526"/>
                </a:xfrm>
              </p:grpSpPr>
              <p:sp>
                <p:nvSpPr>
                  <p:cNvPr id="218" name="テキスト ボックス 217">
                    <a:extLst>
                      <a:ext uri="{FF2B5EF4-FFF2-40B4-BE49-F238E27FC236}">
                        <a16:creationId xmlns:a16="http://schemas.microsoft.com/office/drawing/2014/main" id="{E71CEBB2-F4E2-0B46-39EF-2346897588BA}"/>
                      </a:ext>
                    </a:extLst>
                  </p:cNvPr>
                  <p:cNvSpPr txBox="1"/>
                  <p:nvPr/>
                </p:nvSpPr>
                <p:spPr>
                  <a:xfrm>
                    <a:off x="4865251" y="4399152"/>
                    <a:ext cx="1294832" cy="51552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r>
                      <a:rPr kumimoji="1" lang="ja-JP" altLang="en-US" sz="105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　　</a:t>
                    </a:r>
                    <a:r>
                      <a:rPr lang="ja-JP" altLang="en-US" sz="9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生年月</a:t>
                    </a:r>
                    <a:r>
                      <a:rPr kumimoji="1" lang="ja-JP" altLang="en-US" sz="9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日 </a:t>
                    </a:r>
                    <a:r>
                      <a:rPr kumimoji="1" lang="en-US" altLang="ja-JP" sz="900" dirty="0">
                        <a:solidFill>
                          <a:srgbClr val="FF0000"/>
                        </a:solidFill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*</a:t>
                    </a:r>
                    <a:endParaRPr kumimoji="1" lang="en-US" altLang="ja-JP" sz="9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  <a:p>
                    <a:pPr algn="r"/>
                    <a:endParaRPr kumimoji="1" lang="en-US" altLang="ja-JP" sz="5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  <a:p>
                    <a:pPr algn="r"/>
                    <a:r>
                      <a:rPr kumimoji="1" lang="ja-JP" altLang="en-US" sz="1200" dirty="0">
                        <a:latin typeface="Noto Sans JP" panose="020B0200000000000000" pitchFamily="50" charset="-128"/>
                        <a:ea typeface="Noto Sans JP" panose="020B0200000000000000" pitchFamily="50" charset="-128"/>
                      </a:rPr>
                      <a:t>　</a:t>
                    </a:r>
                    <a:endParaRPr kumimoji="1" lang="ja-JP" altLang="en-US" sz="1600" dirty="0">
                      <a:latin typeface="Noto Sans JP" panose="020B0200000000000000" pitchFamily="50" charset="-128"/>
                      <a:ea typeface="Noto Sans JP" panose="020B0200000000000000" pitchFamily="50" charset="-128"/>
                    </a:endParaRPr>
                  </a:p>
                </p:txBody>
              </p:sp>
              <p:pic>
                <p:nvPicPr>
                  <p:cNvPr id="219" name="グラフィックス 218">
                    <a:extLst>
                      <a:ext uri="{FF2B5EF4-FFF2-40B4-BE49-F238E27FC236}">
                        <a16:creationId xmlns:a16="http://schemas.microsoft.com/office/drawing/2014/main" id="{1793A455-39D9-6229-7971-450279AD83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29369" y="4442686"/>
                    <a:ext cx="174871" cy="17487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21" name="グラフィックス 220">
                  <a:extLst>
                    <a:ext uri="{FF2B5EF4-FFF2-40B4-BE49-F238E27FC236}">
                      <a16:creationId xmlns:a16="http://schemas.microsoft.com/office/drawing/2014/main" id="{7606274F-BEDB-0AA8-1300-1A44229E6F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22289" y="3773888"/>
                  <a:ext cx="147002" cy="174871"/>
                </a:xfrm>
                <a:prstGeom prst="rect">
                  <a:avLst/>
                </a:prstGeom>
              </p:spPr>
            </p:pic>
            <p:pic>
              <p:nvPicPr>
                <p:cNvPr id="238" name="グラフィックス 237">
                  <a:extLst>
                    <a:ext uri="{FF2B5EF4-FFF2-40B4-BE49-F238E27FC236}">
                      <a16:creationId xmlns:a16="http://schemas.microsoft.com/office/drawing/2014/main" id="{F8D12C90-CE40-E11E-29EE-A8BE69BAC1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3489" y="3769370"/>
                  <a:ext cx="147002" cy="174871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263" name="テキスト ボックス 262">
            <a:extLst>
              <a:ext uri="{FF2B5EF4-FFF2-40B4-BE49-F238E27FC236}">
                <a16:creationId xmlns:a16="http://schemas.microsoft.com/office/drawing/2014/main" id="{B616E55E-8ABE-6EF9-9029-B95B22756DB3}"/>
              </a:ext>
            </a:extLst>
          </p:cNvPr>
          <p:cNvSpPr txBox="1"/>
          <p:nvPr/>
        </p:nvSpPr>
        <p:spPr>
          <a:xfrm>
            <a:off x="7734260" y="5449202"/>
            <a:ext cx="1058705" cy="288295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5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264" name="テキスト ボックス 263">
            <a:extLst>
              <a:ext uri="{FF2B5EF4-FFF2-40B4-BE49-F238E27FC236}">
                <a16:creationId xmlns:a16="http://schemas.microsoft.com/office/drawing/2014/main" id="{46B0A149-D901-F267-51BD-2B8D2A317DF3}"/>
              </a:ext>
            </a:extLst>
          </p:cNvPr>
          <p:cNvSpPr txBox="1"/>
          <p:nvPr/>
        </p:nvSpPr>
        <p:spPr>
          <a:xfrm>
            <a:off x="9023230" y="5449202"/>
            <a:ext cx="1058705" cy="288295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キャンセル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270" name="テキスト ボックス 269">
            <a:extLst>
              <a:ext uri="{FF2B5EF4-FFF2-40B4-BE49-F238E27FC236}">
                <a16:creationId xmlns:a16="http://schemas.microsoft.com/office/drawing/2014/main" id="{453CAF9C-A405-0599-7863-9DEE6B596D36}"/>
              </a:ext>
            </a:extLst>
          </p:cNvPr>
          <p:cNvSpPr txBox="1"/>
          <p:nvPr/>
        </p:nvSpPr>
        <p:spPr>
          <a:xfrm>
            <a:off x="6656377" y="3866795"/>
            <a:ext cx="1324786" cy="5155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en-US" sz="105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    </a:t>
            </a:r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●  在籍状態 </a:t>
            </a:r>
            <a:r>
              <a:rPr lang="en-US" altLang="ja-JP" sz="900" dirty="0">
                <a:solidFill>
                  <a:srgbClr val="FF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*</a:t>
            </a:r>
            <a:endParaRPr kumimoji="1" lang="en-US" altLang="ja-JP" sz="9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r"/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r"/>
            <a:r>
              <a:rPr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endParaRPr kumimoji="1" lang="ja-JP" altLang="en-US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268" name="グループ化 267">
            <a:extLst>
              <a:ext uri="{FF2B5EF4-FFF2-40B4-BE49-F238E27FC236}">
                <a16:creationId xmlns:a16="http://schemas.microsoft.com/office/drawing/2014/main" id="{8AEC8E0B-3317-79BA-0E1D-2DE809B5497C}"/>
              </a:ext>
            </a:extLst>
          </p:cNvPr>
          <p:cNvGrpSpPr/>
          <p:nvPr/>
        </p:nvGrpSpPr>
        <p:grpSpPr>
          <a:xfrm>
            <a:off x="8101025" y="1917327"/>
            <a:ext cx="1636328" cy="1636328"/>
            <a:chOff x="8263612" y="1917325"/>
            <a:chExt cx="1312931" cy="1312931"/>
          </a:xfrm>
        </p:grpSpPr>
        <p:sp>
          <p:nvSpPr>
            <p:cNvPr id="265" name="楕円 264">
              <a:extLst>
                <a:ext uri="{FF2B5EF4-FFF2-40B4-BE49-F238E27FC236}">
                  <a16:creationId xmlns:a16="http://schemas.microsoft.com/office/drawing/2014/main" id="{D749972A-81A8-B74C-FD29-4F79F1B83F94}"/>
                </a:ext>
              </a:extLst>
            </p:cNvPr>
            <p:cNvSpPr/>
            <p:nvPr/>
          </p:nvSpPr>
          <p:spPr>
            <a:xfrm>
              <a:off x="8263612" y="1917325"/>
              <a:ext cx="1312931" cy="1312931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7" name="図 266">
              <a:extLst>
                <a:ext uri="{FF2B5EF4-FFF2-40B4-BE49-F238E27FC236}">
                  <a16:creationId xmlns:a16="http://schemas.microsoft.com/office/drawing/2014/main" id="{9E563079-74D9-B8DC-9FCD-A759802FE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8181" y="2484141"/>
              <a:ext cx="202507" cy="202507"/>
            </a:xfrm>
            <a:prstGeom prst="rect">
              <a:avLst/>
            </a:prstGeom>
          </p:spPr>
        </p:pic>
      </p:grpSp>
      <p:sp>
        <p:nvSpPr>
          <p:cNvPr id="269" name="inp_300">
            <a:extLst>
              <a:ext uri="{FF2B5EF4-FFF2-40B4-BE49-F238E27FC236}">
                <a16:creationId xmlns:a16="http://schemas.microsoft.com/office/drawing/2014/main" id="{E6A35C56-E8CF-E0B1-F665-98B55F510CD7}"/>
              </a:ext>
            </a:extLst>
          </p:cNvPr>
          <p:cNvSpPr txBox="1"/>
          <p:nvPr/>
        </p:nvSpPr>
        <p:spPr>
          <a:xfrm>
            <a:off x="6858080" y="4149056"/>
            <a:ext cx="1324786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ja-JP" altLang="en-US" sz="900" dirty="0">
                <a:solidFill>
                  <a:srgbClr val="BBBBB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選択してください  </a:t>
            </a:r>
            <a:r>
              <a:rPr lang="ja-JP" altLang="en-US" sz="700" dirty="0">
                <a:solidFill>
                  <a:schemeClr val="bg2">
                    <a:lumMod val="9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10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F48F8F4-035B-BD2F-C4C4-0F21BC2015D8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CE0247-79EF-58E2-607C-9AA2798889F4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6FCCB6-7F45-B193-463D-CC78CD07772F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C0AE35D-DA6D-E4AB-33E9-4A1894061C6A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D23DDA6B-37F5-F51D-90A1-A8DDEFA32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547627A-BBA3-631D-0221-5255052A4D0F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B3DA565-B598-D67B-C341-EBF5BD0DF7D8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1143E45B-F44D-BED9-47C6-D2AFFE9FA3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6F9174F-59D4-2C52-B59B-9743735172B2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554500A-3CD0-8D89-BC14-C9695E8131E1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24" name="グラフィックス 23">
              <a:extLst>
                <a:ext uri="{FF2B5EF4-FFF2-40B4-BE49-F238E27FC236}">
                  <a16:creationId xmlns:a16="http://schemas.microsoft.com/office/drawing/2014/main" id="{AF247B05-240E-F43E-1027-467DF06AC1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13F57323-E5A6-5F3F-5809-2C135EBE3A88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46AD8E74-F339-E635-2108-2F5443CB8AF2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653CA45E-903B-2237-8807-304F06DFE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F6F0454-8F2A-B6A6-BBF9-DB8F90896AF4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78D1FD1A-675F-BE86-1BE6-5C6F12639E37}"/>
              </a:ext>
            </a:extLst>
          </p:cNvPr>
          <p:cNvGrpSpPr/>
          <p:nvPr/>
        </p:nvGrpSpPr>
        <p:grpSpPr>
          <a:xfrm>
            <a:off x="3337885" y="919952"/>
            <a:ext cx="2631115" cy="377845"/>
            <a:chOff x="3337885" y="1007985"/>
            <a:chExt cx="2631115" cy="377845"/>
          </a:xfrm>
        </p:grpSpPr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3BEA84F-E020-E2FF-341A-AD3066AB070A}"/>
                </a:ext>
              </a:extLst>
            </p:cNvPr>
            <p:cNvSpPr txBox="1"/>
            <p:nvPr/>
          </p:nvSpPr>
          <p:spPr>
            <a:xfrm>
              <a:off x="3337885" y="1007985"/>
              <a:ext cx="2631115" cy="377845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chemeClr val="bg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 dirty="0"/>
                <a:t>　</a:t>
              </a:r>
              <a:r>
                <a: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 </a:t>
              </a:r>
              <a:r>
                <a:rPr kumimoji="1"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氏名</a:t>
              </a:r>
              <a:r>
                <a:rPr lang="ja-JP" altLang="en-US" sz="105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・社員番号・部門で検索</a:t>
              </a:r>
              <a:endParaRPr kumimoji="1" lang="ja-JP" altLang="en-US" sz="1600" dirty="0">
                <a:solidFill>
                  <a:schemeClr val="bg2">
                    <a:lumMod val="7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40" name="グラフィックス 39">
              <a:extLst>
                <a:ext uri="{FF2B5EF4-FFF2-40B4-BE49-F238E27FC236}">
                  <a16:creationId xmlns:a16="http://schemas.microsoft.com/office/drawing/2014/main" id="{5CB0A907-9282-C346-7007-F17C2C31EC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90861" y="1082606"/>
              <a:ext cx="228599" cy="228599"/>
            </a:xfrm>
            <a:prstGeom prst="rect">
              <a:avLst/>
            </a:prstGeom>
          </p:spPr>
        </p:pic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1F63018C-ADA5-CFF7-B490-9F837001A922}"/>
              </a:ext>
            </a:extLst>
          </p:cNvPr>
          <p:cNvGrpSpPr/>
          <p:nvPr/>
        </p:nvGrpSpPr>
        <p:grpSpPr>
          <a:xfrm>
            <a:off x="3240576" y="471526"/>
            <a:ext cx="1351743" cy="332488"/>
            <a:chOff x="670982" y="1945595"/>
            <a:chExt cx="1351743" cy="332488"/>
          </a:xfrm>
        </p:grpSpPr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635D7C4A-B415-537F-C491-4A41D6DD81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70982" y="1945595"/>
              <a:ext cx="332488" cy="332488"/>
            </a:xfrm>
            <a:prstGeom prst="rect">
              <a:avLst/>
            </a:prstGeom>
          </p:spPr>
        </p:pic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9F3B4454-98CE-DA15-E419-052634E0D812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部門一覧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2268D9E-6B8E-078E-18D0-272686F1D115}"/>
              </a:ext>
            </a:extLst>
          </p:cNvPr>
          <p:cNvSpPr txBox="1"/>
          <p:nvPr/>
        </p:nvSpPr>
        <p:spPr>
          <a:xfrm>
            <a:off x="3490861" y="1620446"/>
            <a:ext cx="9401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全 </a:t>
            </a:r>
            <a:r>
              <a:rPr lang="en-US" altLang="ja-JP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7</a:t>
            </a:r>
            <a:r>
              <a:rPr kumimoji="1" lang="ja-JP" altLang="en-US" sz="11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件</a:t>
            </a:r>
          </a:p>
        </p:txBody>
      </p:sp>
      <p:graphicFrame>
        <p:nvGraphicFramePr>
          <p:cNvPr id="52" name="部門テーブル">
            <a:extLst>
              <a:ext uri="{FF2B5EF4-FFF2-40B4-BE49-F238E27FC236}">
                <a16:creationId xmlns:a16="http://schemas.microsoft.com/office/drawing/2014/main" id="{159AEE77-7DCB-52B1-EAFA-32042DFE0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36627"/>
              </p:ext>
            </p:extLst>
          </p:nvPr>
        </p:nvGraphicFramePr>
        <p:xfrm>
          <a:off x="3334874" y="1919543"/>
          <a:ext cx="8010772" cy="42442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36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部門ID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部門コード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部門名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DEPT001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営業部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DEPT002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開発部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DEPT003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経理部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7134187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DEPT004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人事部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81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DEPT005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latin typeface="Noto Sans JP" panose="020B0200000000000000" pitchFamily="50" charset="-128"/>
                          <a:ea typeface="Noto Sans JP" panose="020B0200000000000000" pitchFamily="50" charset="-128"/>
                        </a:rPr>
                        <a:t>総務部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218E7C1D-F454-8B81-C5F5-CC9EAEDE8280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F0C471FF-D5ED-AC15-7B07-B6A2B9CFC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F92EF90F-7F14-8B34-8E46-5D50A6698988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E37F64B5-A470-3304-6062-B73BE16B0FA2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ja-JP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JP</a:t>
                </a:r>
                <a:r>
                  <a:rPr lang="ja-JP" altLang="en-US" sz="12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  </a:t>
                </a:r>
                <a:r>
                  <a:rPr kumimoji="1" lang="ja-JP" altLang="en-US" sz="800" dirty="0">
                    <a:solidFill>
                      <a:schemeClr val="bg2">
                        <a:lumMod val="10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▼</a:t>
                </a:r>
                <a:endParaRPr kumimoji="1"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57" name="図 56">
                <a:extLst>
                  <a:ext uri="{FF2B5EF4-FFF2-40B4-BE49-F238E27FC236}">
                    <a16:creationId xmlns:a16="http://schemas.microsoft.com/office/drawing/2014/main" id="{F51C3E85-74E5-664D-511D-BC78FCA90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93E86BE-DF3E-24CD-F960-75C50A2B975C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59" name="図 49">
              <a:extLst>
                <a:ext uri="{FF2B5EF4-FFF2-40B4-BE49-F238E27FC236}">
                  <a16:creationId xmlns:a16="http://schemas.microsoft.com/office/drawing/2014/main" id="{4A52CEE8-6F96-83D5-8403-8139030BCB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60" name="テキスト ボックス 59">
              <a:extLst>
                <a:ext uri="{FF2B5EF4-FFF2-40B4-BE49-F238E27FC236}">
                  <a16:creationId xmlns:a16="http://schemas.microsoft.com/office/drawing/2014/main" id="{E4B49480-D003-625D-9B5F-39455979D133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996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11F46-1CCC-A871-0960-5E0F61A3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5069188-4569-A5ED-8039-4E3045BC1ACF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DCC3F69-5BFF-97DC-A6ED-BA7FB915B9E3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2DF3AEB-7011-7FAC-A68A-18BA34D846AA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EF3C2088-E974-6327-82A8-89F7A9C64C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ED4278A-C86B-54AD-29D7-75CA518F0EBA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0386DF7-CB4F-EAB6-BAE5-CFCB6853D78C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16FF0679-949B-F87F-A781-8F05BA07A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046092C-571F-D343-8405-6AB643212C14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2CDE124-53F7-854F-D563-4C7E998CADA4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FDB5E97-C1C2-AC3F-16DD-80D1709C1C6C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5728B5A2-B6B0-0DD0-BB98-0D3A57963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A4A4246A-E399-04C3-CE80-81E2FE43D2EB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603A717B-12AF-2222-194C-90DF09405F0A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JP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  </a:t>
                </a:r>
                <a:r>
                  <a:rPr kumimoji="1" lang="ja-JP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▼</a:t>
                </a:r>
                <a:endPara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BCE848F6-44E9-57EF-1ED3-FA919256E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14550CBC-B8B9-F02F-BFF0-6A6A9488E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28371" y="426716"/>
            <a:ext cx="436880" cy="436880"/>
          </a:xfrm>
          <a:prstGeom prst="rect">
            <a:avLst/>
          </a:prstGeom>
        </p:spPr>
      </p:pic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B2E3A365-1378-27FC-8957-7B0AD076078D}"/>
              </a:ext>
            </a:extLst>
          </p:cNvPr>
          <p:cNvGrpSpPr/>
          <p:nvPr/>
        </p:nvGrpSpPr>
        <p:grpSpPr>
          <a:xfrm>
            <a:off x="3249639" y="445475"/>
            <a:ext cx="2541559" cy="353570"/>
            <a:chOff x="680045" y="1919544"/>
            <a:chExt cx="2541559" cy="353570"/>
          </a:xfrm>
        </p:grpSpPr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9D589DBB-98AB-E787-A737-54535B32F3FA}"/>
                </a:ext>
              </a:extLst>
            </p:cNvPr>
            <p:cNvSpPr txBox="1"/>
            <p:nvPr/>
          </p:nvSpPr>
          <p:spPr>
            <a:xfrm>
              <a:off x="1061617" y="1965337"/>
              <a:ext cx="215998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部門一覧　　  部門詳細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36" name="図 35">
              <a:extLst>
                <a:ext uri="{FF2B5EF4-FFF2-40B4-BE49-F238E27FC236}">
                  <a16:creationId xmlns:a16="http://schemas.microsoft.com/office/drawing/2014/main" id="{9EEA7D94-4F79-087D-8EE9-B3F2EE907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</p:grpSp>
      <p:sp>
        <p:nvSpPr>
          <p:cNvPr id="43" name="楕円 42">
            <a:extLst>
              <a:ext uri="{FF2B5EF4-FFF2-40B4-BE49-F238E27FC236}">
                <a16:creationId xmlns:a16="http://schemas.microsoft.com/office/drawing/2014/main" id="{0C937CC4-9E39-4A9D-37CF-3D4D3A6E7863}"/>
              </a:ext>
            </a:extLst>
          </p:cNvPr>
          <p:cNvSpPr/>
          <p:nvPr/>
        </p:nvSpPr>
        <p:spPr>
          <a:xfrm>
            <a:off x="3641411" y="1228108"/>
            <a:ext cx="1312931" cy="131293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4616BCB-701A-96FB-5F08-4525F924532D}"/>
              </a:ext>
            </a:extLst>
          </p:cNvPr>
          <p:cNvSpPr txBox="1"/>
          <p:nvPr/>
        </p:nvSpPr>
        <p:spPr>
          <a:xfrm>
            <a:off x="5458120" y="1630857"/>
            <a:ext cx="22886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  <a:endParaRPr kumimoji="1" lang="en-US" altLang="ja-JP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endParaRPr kumimoji="1" lang="en-US" altLang="ja-JP" sz="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DEPT001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A279CB0F-8E65-F66E-0C42-6DE72BC19495}"/>
              </a:ext>
            </a:extLst>
          </p:cNvPr>
          <p:cNvGrpSpPr/>
          <p:nvPr/>
        </p:nvGrpSpPr>
        <p:grpSpPr>
          <a:xfrm>
            <a:off x="9965636" y="1958610"/>
            <a:ext cx="826832" cy="314504"/>
            <a:chOff x="9965636" y="1151619"/>
            <a:chExt cx="826832" cy="314504"/>
          </a:xfrm>
        </p:grpSpPr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63D28AED-7A7E-E574-A1F5-FD991EA532F9}"/>
                </a:ext>
              </a:extLst>
            </p:cNvPr>
            <p:cNvSpPr txBox="1"/>
            <p:nvPr/>
          </p:nvSpPr>
          <p:spPr>
            <a:xfrm>
              <a:off x="9965636" y="1151619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削除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4" name="グラフィックス 53">
              <a:extLst>
                <a:ext uri="{FF2B5EF4-FFF2-40B4-BE49-F238E27FC236}">
                  <a16:creationId xmlns:a16="http://schemas.microsoft.com/office/drawing/2014/main" id="{40553DEC-39E8-8067-08CC-9320C30842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36885" y="1160887"/>
              <a:ext cx="289024" cy="289024"/>
            </a:xfrm>
            <a:prstGeom prst="rect">
              <a:avLst/>
            </a:prstGeom>
          </p:spPr>
        </p:pic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410C86ED-9B56-F45E-71DB-FC4FD8E981E3}"/>
              </a:ext>
            </a:extLst>
          </p:cNvPr>
          <p:cNvGrpSpPr/>
          <p:nvPr/>
        </p:nvGrpSpPr>
        <p:grpSpPr>
          <a:xfrm>
            <a:off x="8932777" y="1958610"/>
            <a:ext cx="826832" cy="314504"/>
            <a:chOff x="8937326" y="1964802"/>
            <a:chExt cx="826832" cy="314504"/>
          </a:xfrm>
        </p:grpSpPr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3672AD39-0B7E-48B1-A8FD-DAD723301CAE}"/>
                </a:ext>
              </a:extLst>
            </p:cNvPr>
            <p:cNvSpPr txBox="1"/>
            <p:nvPr/>
          </p:nvSpPr>
          <p:spPr>
            <a:xfrm>
              <a:off x="8937326" y="1964802"/>
              <a:ext cx="826832" cy="314504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200" dirty="0">
                  <a:solidFill>
                    <a:srgbClr val="E8E8E8">
                      <a:lumMod val="10000"/>
                    </a:srgb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編集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59" name="グラフィックス 58">
              <a:extLst>
                <a:ext uri="{FF2B5EF4-FFF2-40B4-BE49-F238E27FC236}">
                  <a16:creationId xmlns:a16="http://schemas.microsoft.com/office/drawing/2014/main" id="{CDFEEB5C-6D6D-F64A-56E7-02CFA3F4FC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70808" y="2023006"/>
              <a:ext cx="192437" cy="192437"/>
            </a:xfrm>
            <a:prstGeom prst="rect">
              <a:avLst/>
            </a:prstGeom>
          </p:spPr>
        </p:pic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B4635AF-30AE-A33A-8BE4-FE5E5A38B285}"/>
              </a:ext>
            </a:extLst>
          </p:cNvPr>
          <p:cNvGrpSpPr/>
          <p:nvPr/>
        </p:nvGrpSpPr>
        <p:grpSpPr>
          <a:xfrm>
            <a:off x="3792780" y="2822917"/>
            <a:ext cx="1010192" cy="277192"/>
            <a:chOff x="680045" y="1919544"/>
            <a:chExt cx="1342680" cy="368425"/>
          </a:xfrm>
        </p:grpSpPr>
        <p:pic>
          <p:nvPicPr>
            <p:cNvPr id="62" name="図 61">
              <a:extLst>
                <a:ext uri="{FF2B5EF4-FFF2-40B4-BE49-F238E27FC236}">
                  <a16:creationId xmlns:a16="http://schemas.microsoft.com/office/drawing/2014/main" id="{0548B030-3CA8-26C0-D58A-000D675669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D0613066-653E-D9A3-D832-1B3B97D69CD9}"/>
                </a:ext>
              </a:extLst>
            </p:cNvPr>
            <p:cNvSpPr txBox="1"/>
            <p:nvPr/>
          </p:nvSpPr>
          <p:spPr>
            <a:xfrm>
              <a:off x="1061619" y="1950480"/>
              <a:ext cx="961106" cy="3374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基本情報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69B6F39-2263-A386-6697-7D7D1BBA7A87}"/>
              </a:ext>
            </a:extLst>
          </p:cNvPr>
          <p:cNvGrpSpPr/>
          <p:nvPr/>
        </p:nvGrpSpPr>
        <p:grpSpPr>
          <a:xfrm>
            <a:off x="4031936" y="3383089"/>
            <a:ext cx="922406" cy="515526"/>
            <a:chOff x="4865252" y="4399152"/>
            <a:chExt cx="922406" cy="515526"/>
          </a:xfrm>
        </p:grpSpPr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05BCD003-15BA-78FF-3F7E-2F2918253B21}"/>
                </a:ext>
              </a:extLst>
            </p:cNvPr>
            <p:cNvSpPr txBox="1"/>
            <p:nvPr/>
          </p:nvSpPr>
          <p:spPr>
            <a:xfrm>
              <a:off x="4865252" y="4399152"/>
              <a:ext cx="922406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</a:t>
              </a:r>
              <a:r>
                <a:rPr kumimoji="1"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ID</a:t>
              </a: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        001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77" name="グラフィックス 76">
              <a:extLst>
                <a:ext uri="{FF2B5EF4-FFF2-40B4-BE49-F238E27FC236}">
                  <a16:creationId xmlns:a16="http://schemas.microsoft.com/office/drawing/2014/main" id="{6B6F3EBA-967E-8960-04E5-DDC5B4584A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07E21174-9E06-BDE8-200B-05CB475B76D5}"/>
              </a:ext>
            </a:extLst>
          </p:cNvPr>
          <p:cNvGrpSpPr/>
          <p:nvPr/>
        </p:nvGrpSpPr>
        <p:grpSpPr>
          <a:xfrm>
            <a:off x="7008156" y="3386501"/>
            <a:ext cx="1965447" cy="515526"/>
            <a:chOff x="4865249" y="4399152"/>
            <a:chExt cx="2338061" cy="515526"/>
          </a:xfrm>
        </p:grpSpPr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304CCB68-9509-3385-A67C-CB63B83AA0F9}"/>
                </a:ext>
              </a:extLst>
            </p:cNvPr>
            <p:cNvSpPr txBox="1"/>
            <p:nvPr/>
          </p:nvSpPr>
          <p:spPr>
            <a:xfrm>
              <a:off x="4865249" y="4399152"/>
              <a:ext cx="2338061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メールアドレス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t-tanaka@example.com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83" name="グラフィックス 82">
              <a:extLst>
                <a:ext uri="{FF2B5EF4-FFF2-40B4-BE49-F238E27FC236}">
                  <a16:creationId xmlns:a16="http://schemas.microsoft.com/office/drawing/2014/main" id="{6864F0F7-1A45-0629-2574-79E117013B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A345D52C-76F6-8C94-90A4-42B849E32F5E}"/>
              </a:ext>
            </a:extLst>
          </p:cNvPr>
          <p:cNvGrpSpPr/>
          <p:nvPr/>
        </p:nvGrpSpPr>
        <p:grpSpPr>
          <a:xfrm>
            <a:off x="5458119" y="3375395"/>
            <a:ext cx="1046260" cy="530915"/>
            <a:chOff x="4865251" y="4391458"/>
            <a:chExt cx="1046260" cy="530915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20DD9CC2-D593-1672-5C6E-0AEE6673D774}"/>
                </a:ext>
              </a:extLst>
            </p:cNvPr>
            <p:cNvSpPr txBox="1"/>
            <p:nvPr/>
          </p:nvSpPr>
          <p:spPr>
            <a:xfrm>
              <a:off x="4865251" y="4391458"/>
              <a:ext cx="1046260" cy="530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部門コード</a:t>
              </a:r>
              <a:endParaRPr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  DEPT001</a:t>
              </a:r>
              <a:endPara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  <p:pic>
          <p:nvPicPr>
            <p:cNvPr id="86" name="グラフィックス 85">
              <a:extLst>
                <a:ext uri="{FF2B5EF4-FFF2-40B4-BE49-F238E27FC236}">
                  <a16:creationId xmlns:a16="http://schemas.microsoft.com/office/drawing/2014/main" id="{BC66635F-D88E-71B1-C935-1324CDBE13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48E88FD6-6619-31A5-BA85-ED2CEAEC3591}"/>
              </a:ext>
            </a:extLst>
          </p:cNvPr>
          <p:cNvGrpSpPr/>
          <p:nvPr/>
        </p:nvGrpSpPr>
        <p:grpSpPr>
          <a:xfrm>
            <a:off x="9282192" y="3364431"/>
            <a:ext cx="1324786" cy="515526"/>
            <a:chOff x="4865250" y="4399152"/>
            <a:chExt cx="1575942" cy="515526"/>
          </a:xfrm>
        </p:grpSpPr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663E2607-6981-94D6-7C11-4471B843F9FF}"/>
                </a:ext>
              </a:extLst>
            </p:cNvPr>
            <p:cNvSpPr txBox="1"/>
            <p:nvPr/>
          </p:nvSpPr>
          <p:spPr>
            <a:xfrm>
              <a:off x="4865250" y="4399152"/>
              <a:ext cx="157594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電話番号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kumimoji="1"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090-1234-5678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92" name="グラフィックス 91">
              <a:extLst>
                <a:ext uri="{FF2B5EF4-FFF2-40B4-BE49-F238E27FC236}">
                  <a16:creationId xmlns:a16="http://schemas.microsoft.com/office/drawing/2014/main" id="{901539BE-65CA-E891-7037-0C081CABC8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029370" y="4456620"/>
              <a:ext cx="174871" cy="147002"/>
            </a:xfrm>
            <a:prstGeom prst="rect">
              <a:avLst/>
            </a:prstGeom>
          </p:spPr>
        </p:pic>
      </p:grp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CD193EE9-70DE-C2E9-653C-ED3D1166EF87}"/>
              </a:ext>
            </a:extLst>
          </p:cNvPr>
          <p:cNvGrpSpPr/>
          <p:nvPr/>
        </p:nvGrpSpPr>
        <p:grpSpPr>
          <a:xfrm>
            <a:off x="3781783" y="5117547"/>
            <a:ext cx="1485675" cy="257718"/>
            <a:chOff x="665428" y="1950481"/>
            <a:chExt cx="1974661" cy="342542"/>
          </a:xfrm>
        </p:grpSpPr>
        <p:pic>
          <p:nvPicPr>
            <p:cNvPr id="105" name="図 104">
              <a:extLst>
                <a:ext uri="{FF2B5EF4-FFF2-40B4-BE49-F238E27FC236}">
                  <a16:creationId xmlns:a16="http://schemas.microsoft.com/office/drawing/2014/main" id="{EC178A3E-3F25-B01D-BABE-EBF1F25F88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65428" y="1960537"/>
              <a:ext cx="332485" cy="332486"/>
            </a:xfrm>
            <a:prstGeom prst="rect">
              <a:avLst/>
            </a:prstGeom>
          </p:spPr>
        </p:pic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id="{B8BEB507-C810-248A-94CA-0AA3CA8BDD2B}"/>
                </a:ext>
              </a:extLst>
            </p:cNvPr>
            <p:cNvSpPr txBox="1"/>
            <p:nvPr/>
          </p:nvSpPr>
          <p:spPr>
            <a:xfrm>
              <a:off x="1061619" y="1950481"/>
              <a:ext cx="1578470" cy="3374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システム情報</a:t>
              </a:r>
              <a:endParaRPr kumimoji="1" lang="ja-JP" altLang="en-US" sz="105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70341995-EDD3-8EC9-9287-8AA5A3D627B3}"/>
              </a:ext>
            </a:extLst>
          </p:cNvPr>
          <p:cNvSpPr txBox="1"/>
          <p:nvPr/>
        </p:nvSpPr>
        <p:spPr>
          <a:xfrm>
            <a:off x="4243397" y="5665080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登録日時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2008/04/01</a:t>
            </a:r>
            <a:r>
              <a:rPr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9:00:00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891C6BE5-14CA-7455-7D94-8E49DEC68516}"/>
              </a:ext>
            </a:extLst>
          </p:cNvPr>
          <p:cNvSpPr txBox="1"/>
          <p:nvPr/>
        </p:nvSpPr>
        <p:spPr>
          <a:xfrm>
            <a:off x="6559975" y="5665081"/>
            <a:ext cx="1680325" cy="492443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更新日時</a:t>
            </a:r>
          </a:p>
          <a:p>
            <a:endParaRPr kumimoji="1" lang="en-US" altLang="ja-JP" sz="5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202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5</a:t>
            </a:r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12</a:t>
            </a:r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27</a:t>
            </a:r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 1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6</a:t>
            </a:r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26</a:t>
            </a:r>
            <a:r>
              <a:rPr lang="ja-JP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:</a:t>
            </a:r>
            <a:r>
              <a: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37</a:t>
            </a:r>
            <a:endParaRPr kumimoji="1" lang="ja-JP" altLang="en-US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C47A1BFD-5F6E-C4CE-C29F-39316BE86660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113" name="図 49">
              <a:extLst>
                <a:ext uri="{FF2B5EF4-FFF2-40B4-BE49-F238E27FC236}">
                  <a16:creationId xmlns:a16="http://schemas.microsoft.com/office/drawing/2014/main" id="{C2C55145-376C-461B-16C6-1E327EF696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67EC8A92-1808-2455-0659-635879FF6001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2A7A8FF-CE7F-B965-F942-CA976775FAAF}"/>
              </a:ext>
            </a:extLst>
          </p:cNvPr>
          <p:cNvGrpSpPr/>
          <p:nvPr/>
        </p:nvGrpSpPr>
        <p:grpSpPr>
          <a:xfrm>
            <a:off x="4031934" y="3982206"/>
            <a:ext cx="6479947" cy="777136"/>
            <a:chOff x="4865251" y="4417926"/>
            <a:chExt cx="6479947" cy="777136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86BB1DA-D85C-DB82-4645-E318FCE8C1F0}"/>
                </a:ext>
              </a:extLst>
            </p:cNvPr>
            <p:cNvSpPr txBox="1"/>
            <p:nvPr/>
          </p:nvSpPr>
          <p:spPr>
            <a:xfrm>
              <a:off x="4865251" y="4417926"/>
              <a:ext cx="6479947" cy="7771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メンバー</a:t>
              </a:r>
              <a:endParaRPr kumimoji="1" lang="en-US" altLang="ja-JP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r>
                <a:rPr lang="ja-JP" altLang="en-US" sz="5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田中 太郎　　　松本 大輔　　　高橋 美咲　　　加藤 はな　　　伊藤 楓　　　渡辺 陸</a:t>
              </a:r>
              <a:endParaRPr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r>
                <a:rPr lang="en-US" altLang="ja-JP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Mia Martinez</a:t>
              </a:r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　小林 愛　　　鈴木 浩太郎　　　山口 力也　　　吉田 美優</a:t>
              </a:r>
              <a:endParaRPr kumimoji="1" lang="ja-JP" altLang="en-US" sz="12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25F4D5A0-1692-6102-C4CB-6D73564F0C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5A4AF620-DC60-F7D8-B866-0E885FFFFB75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359053C-9E27-F9EE-244E-CEA1810C7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D186099-ADED-6343-1EC5-002498B54E9E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5459585-A32F-F278-6014-69BF7BEB9FAB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25" name="グラフィックス 24">
              <a:extLst>
                <a:ext uri="{FF2B5EF4-FFF2-40B4-BE49-F238E27FC236}">
                  <a16:creationId xmlns:a16="http://schemas.microsoft.com/office/drawing/2014/main" id="{75F63494-EA91-BF14-CB6B-0AFFEF14A7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5367DD4-AB90-DE4E-0189-A9EFB6F65437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638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9F92A-2EFD-A652-8CB6-CAB1EF94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E462014-C6D9-5048-764E-54B54126B6C0}"/>
              </a:ext>
            </a:extLst>
          </p:cNvPr>
          <p:cNvCxnSpPr/>
          <p:nvPr/>
        </p:nvCxnSpPr>
        <p:spPr>
          <a:xfrm flipV="1">
            <a:off x="2680305" y="0"/>
            <a:ext cx="0" cy="6866467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AEC40B-2DAF-DAC0-87FE-4F6B562CB691}"/>
              </a:ext>
            </a:extLst>
          </p:cNvPr>
          <p:cNvSpPr txBox="1"/>
          <p:nvPr/>
        </p:nvSpPr>
        <p:spPr>
          <a:xfrm>
            <a:off x="373495" y="376160"/>
            <a:ext cx="211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社員情報管理システム</a:t>
            </a:r>
            <a:endParaRPr kumimoji="1" lang="en-US" altLang="ja-JP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B855843-2083-F7B6-B349-EC0FC9F60C67}"/>
              </a:ext>
            </a:extLst>
          </p:cNvPr>
          <p:cNvSpPr txBox="1"/>
          <p:nvPr/>
        </p:nvSpPr>
        <p:spPr>
          <a:xfrm>
            <a:off x="233941" y="6163815"/>
            <a:ext cx="2255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@2026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Employee Management System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A28B356-5F06-A72A-E7E5-B1DECCD5960B}"/>
              </a:ext>
            </a:extLst>
          </p:cNvPr>
          <p:cNvGrpSpPr/>
          <p:nvPr/>
        </p:nvGrpSpPr>
        <p:grpSpPr>
          <a:xfrm>
            <a:off x="680045" y="1919544"/>
            <a:ext cx="1342680" cy="353570"/>
            <a:chOff x="680045" y="1919544"/>
            <a:chExt cx="1342680" cy="35357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C1C7438-A877-96FE-D1B9-E80C48F75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76C0EED-92B8-60EC-3D42-8352038D2130}"/>
                </a:ext>
              </a:extLst>
            </p:cNvPr>
            <p:cNvSpPr txBox="1"/>
            <p:nvPr/>
          </p:nvSpPr>
          <p:spPr>
            <a:xfrm>
              <a:off x="1061619" y="1965337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社員一覧</a:t>
              </a: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4012F00-C191-5EA7-E9F5-08DECE1756F9}"/>
              </a:ext>
            </a:extLst>
          </p:cNvPr>
          <p:cNvGrpSpPr/>
          <p:nvPr/>
        </p:nvGrpSpPr>
        <p:grpSpPr>
          <a:xfrm>
            <a:off x="648867" y="3514187"/>
            <a:ext cx="1373858" cy="394844"/>
            <a:chOff x="648867" y="3514187"/>
            <a:chExt cx="1373858" cy="394844"/>
          </a:xfrm>
        </p:grpSpPr>
        <p:pic>
          <p:nvPicPr>
            <p:cNvPr id="24" name="グラフィックス 23">
              <a:extLst>
                <a:ext uri="{FF2B5EF4-FFF2-40B4-BE49-F238E27FC236}">
                  <a16:creationId xmlns:a16="http://schemas.microsoft.com/office/drawing/2014/main" id="{DEF4BEE2-29BC-CF64-1ED0-D34A47BB81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8867" y="3514187"/>
              <a:ext cx="394844" cy="394844"/>
            </a:xfrm>
            <a:prstGeom prst="rect">
              <a:avLst/>
            </a:prstGeom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E69417A-16E8-D677-CA44-37A30C406320}"/>
                </a:ext>
              </a:extLst>
            </p:cNvPr>
            <p:cNvSpPr txBox="1"/>
            <p:nvPr/>
          </p:nvSpPr>
          <p:spPr>
            <a:xfrm>
              <a:off x="1061619" y="3553654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部門一覧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EB25EE1-0E36-133E-3403-FEC6F02788E2}"/>
              </a:ext>
            </a:extLst>
          </p:cNvPr>
          <p:cNvGrpSpPr/>
          <p:nvPr/>
        </p:nvGrpSpPr>
        <p:grpSpPr>
          <a:xfrm>
            <a:off x="648867" y="4047842"/>
            <a:ext cx="1373858" cy="394844"/>
            <a:chOff x="648867" y="4047842"/>
            <a:chExt cx="1373858" cy="394844"/>
          </a:xfrm>
        </p:grpSpPr>
        <p:pic>
          <p:nvPicPr>
            <p:cNvPr id="32" name="図 31">
              <a:extLst>
                <a:ext uri="{FF2B5EF4-FFF2-40B4-BE49-F238E27FC236}">
                  <a16:creationId xmlns:a16="http://schemas.microsoft.com/office/drawing/2014/main" id="{D7474B1B-D703-BA38-BA9E-459ABCA44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867" y="4047842"/>
              <a:ext cx="394844" cy="394844"/>
            </a:xfrm>
            <a:prstGeom prst="rect">
              <a:avLst/>
            </a:prstGeom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65BD2A4-C908-00DC-0101-D2337845360B}"/>
                </a:ext>
              </a:extLst>
            </p:cNvPr>
            <p:cNvSpPr txBox="1"/>
            <p:nvPr/>
          </p:nvSpPr>
          <p:spPr>
            <a:xfrm>
              <a:off x="1061619" y="4091375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部門追加</a:t>
              </a:r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311E9F57-81ED-E4D0-C3E9-7623AF7BF918}"/>
              </a:ext>
            </a:extLst>
          </p:cNvPr>
          <p:cNvGrpSpPr/>
          <p:nvPr/>
        </p:nvGrpSpPr>
        <p:grpSpPr>
          <a:xfrm>
            <a:off x="3249639" y="445475"/>
            <a:ext cx="2541559" cy="353570"/>
            <a:chOff x="680045" y="1919544"/>
            <a:chExt cx="2541559" cy="353570"/>
          </a:xfrm>
        </p:grpSpPr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C760EA9C-E07F-55C2-BB77-72863B4452B4}"/>
                </a:ext>
              </a:extLst>
            </p:cNvPr>
            <p:cNvSpPr txBox="1"/>
            <p:nvPr/>
          </p:nvSpPr>
          <p:spPr>
            <a:xfrm>
              <a:off x="1061617" y="1965337"/>
              <a:ext cx="215998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部門一覧　　  部門登録</a:t>
              </a:r>
              <a:endParaRPr kumimoji="1" lang="ja-JP" altLang="en-US" sz="1400" dirty="0">
                <a:solidFill>
                  <a:schemeClr val="bg2">
                    <a:lumMod val="1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911DDE0D-8CBA-70A0-0806-ED7EAFD93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045" y="1919544"/>
              <a:ext cx="332488" cy="332488"/>
            </a:xfrm>
            <a:prstGeom prst="rect">
              <a:avLst/>
            </a:prstGeom>
          </p:spPr>
        </p:pic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61F133CD-6B95-3421-A3F4-D216752D7683}"/>
              </a:ext>
            </a:extLst>
          </p:cNvPr>
          <p:cNvGrpSpPr/>
          <p:nvPr/>
        </p:nvGrpSpPr>
        <p:grpSpPr>
          <a:xfrm>
            <a:off x="9965636" y="399223"/>
            <a:ext cx="1380013" cy="436882"/>
            <a:chOff x="9965636" y="399223"/>
            <a:chExt cx="1380013" cy="436882"/>
          </a:xfrm>
        </p:grpSpPr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86D9EBA9-7B24-81F3-82B5-EB0A70723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8767" y="399223"/>
              <a:ext cx="436882" cy="436882"/>
            </a:xfrm>
            <a:prstGeom prst="rect">
              <a:avLst/>
            </a:prstGeom>
          </p:spPr>
        </p:pic>
        <p:grpSp>
          <p:nvGrpSpPr>
            <p:cNvPr id="46" name="グループ化 45">
              <a:extLst>
                <a:ext uri="{FF2B5EF4-FFF2-40B4-BE49-F238E27FC236}">
                  <a16:creationId xmlns:a16="http://schemas.microsoft.com/office/drawing/2014/main" id="{E0FBC8F4-7E48-56FE-D1BE-3623ED1202EE}"/>
                </a:ext>
              </a:extLst>
            </p:cNvPr>
            <p:cNvGrpSpPr/>
            <p:nvPr/>
          </p:nvGrpSpPr>
          <p:grpSpPr>
            <a:xfrm>
              <a:off x="9965636" y="460412"/>
              <a:ext cx="826832" cy="314504"/>
              <a:chOff x="10184297" y="460412"/>
              <a:chExt cx="826832" cy="314504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04306BD1-52AB-3FE6-5185-12E3B84DEA17}"/>
                  </a:ext>
                </a:extLst>
              </p:cNvPr>
              <p:cNvSpPr txBox="1"/>
              <p:nvPr/>
            </p:nvSpPr>
            <p:spPr>
              <a:xfrm>
                <a:off x="10184297" y="460412"/>
                <a:ext cx="826832" cy="314504"/>
              </a:xfrm>
              <a:prstGeom prst="roundRect">
                <a:avLst>
                  <a:gd name="adj" fmla="val 20640"/>
                </a:avLst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JP</a:t>
                </a:r>
                <a:r>
                  <a:rPr kumimoji="1" lang="ja-JP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  </a:t>
                </a:r>
                <a:r>
                  <a:rPr kumimoji="1" lang="ja-JP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10000"/>
                      </a:srgbClr>
                    </a:solidFill>
                    <a:effectLst/>
                    <a:uLnTx/>
                    <a:uFillTx/>
                    <a:latin typeface="Noto Sans JP" panose="020B0200000000000000" pitchFamily="50" charset="-128"/>
                    <a:ea typeface="Noto Sans JP" panose="020B0200000000000000" pitchFamily="50" charset="-128"/>
                    <a:cs typeface="+mn-cs"/>
                  </a:rPr>
                  <a:t>▼</a:t>
                </a:r>
                <a:endPara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10000"/>
                    </a:srgbClr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endParaRPr>
              </a:p>
            </p:txBody>
          </p:sp>
          <p:pic>
            <p:nvPicPr>
              <p:cNvPr id="48" name="図 47">
                <a:extLst>
                  <a:ext uri="{FF2B5EF4-FFF2-40B4-BE49-F238E27FC236}">
                    <a16:creationId xmlns:a16="http://schemas.microsoft.com/office/drawing/2014/main" id="{D61DB302-485F-B303-B781-5CC4F8C8B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00596" y="518202"/>
                <a:ext cx="198924" cy="198924"/>
              </a:xfrm>
              <a:prstGeom prst="rect">
                <a:avLst/>
              </a:prstGeom>
            </p:spPr>
          </p:pic>
        </p:grp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68291F17-470C-B32E-5642-6107B059C764}"/>
              </a:ext>
            </a:extLst>
          </p:cNvPr>
          <p:cNvGrpSpPr/>
          <p:nvPr/>
        </p:nvGrpSpPr>
        <p:grpSpPr>
          <a:xfrm>
            <a:off x="680045" y="5449202"/>
            <a:ext cx="1526440" cy="332488"/>
            <a:chOff x="680045" y="1952981"/>
            <a:chExt cx="1526440" cy="332488"/>
          </a:xfrm>
        </p:grpSpPr>
        <p:pic>
          <p:nvPicPr>
            <p:cNvPr id="50" name="図 49">
              <a:extLst>
                <a:ext uri="{FF2B5EF4-FFF2-40B4-BE49-F238E27FC236}">
                  <a16:creationId xmlns:a16="http://schemas.microsoft.com/office/drawing/2014/main" id="{BF7E917C-9EED-EC21-341D-C61884172F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80045" y="1952981"/>
              <a:ext cx="332488" cy="332488"/>
            </a:xfrm>
            <a:prstGeom prst="rect">
              <a:avLst/>
            </a:prstGeom>
          </p:spPr>
        </p:pic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64835ECD-87B6-6618-3223-E1A351DD2DE1}"/>
                </a:ext>
              </a:extLst>
            </p:cNvPr>
            <p:cNvSpPr txBox="1"/>
            <p:nvPr/>
          </p:nvSpPr>
          <p:spPr>
            <a:xfrm>
              <a:off x="1061618" y="1965337"/>
              <a:ext cx="11448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140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ログアウト</a:t>
              </a:r>
              <a:endPara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pic>
        <p:nvPicPr>
          <p:cNvPr id="52" name="グラフィックス 51">
            <a:extLst>
              <a:ext uri="{FF2B5EF4-FFF2-40B4-BE49-F238E27FC236}">
                <a16:creationId xmlns:a16="http://schemas.microsoft.com/office/drawing/2014/main" id="{A535882A-EBD6-DD50-B022-4E03FB91F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8371" y="426716"/>
            <a:ext cx="436880" cy="43688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B2BCF9-B324-A0EB-AE4F-15ABB24469EA}"/>
              </a:ext>
            </a:extLst>
          </p:cNvPr>
          <p:cNvSpPr txBox="1"/>
          <p:nvPr/>
        </p:nvSpPr>
        <p:spPr>
          <a:xfrm>
            <a:off x="3631211" y="1027921"/>
            <a:ext cx="7210341" cy="5051465"/>
          </a:xfrm>
          <a:prstGeom prst="roundRect">
            <a:avLst>
              <a:gd name="adj" fmla="val 4947"/>
            </a:avLst>
          </a:prstGeom>
          <a:solidFill>
            <a:srgbClr val="F7F7F6"/>
          </a:solidFill>
          <a:ln>
            <a:solidFill>
              <a:schemeClr val="bg2">
                <a:lumMod val="90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</a:t>
            </a:r>
            <a:endParaRPr lang="en-US" altLang="ja-JP" sz="8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8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　　　　　</a:t>
            </a:r>
            <a:r>
              <a:rPr lang="ja-JP" altLang="en-US" sz="11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部門情報の入力</a:t>
            </a:r>
            <a:endParaRPr kumimoji="1" lang="en-US" altLang="ja-JP" sz="11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400" dirty="0">
              <a:solidFill>
                <a:srgbClr val="E8E8E8">
                  <a:lumMod val="10000"/>
                </a:srgb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2" name="図 61">
            <a:extLst>
              <a:ext uri="{FF2B5EF4-FFF2-40B4-BE49-F238E27FC236}">
                <a16:creationId xmlns:a16="http://schemas.microsoft.com/office/drawing/2014/main" id="{6DBE6732-3C6A-547B-91B8-4E902BA6A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3835" y="1176822"/>
            <a:ext cx="326129" cy="326129"/>
          </a:xfrm>
          <a:prstGeom prst="rect">
            <a:avLst/>
          </a:prstGeom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8480027-E042-E5D6-F7FE-F2D918A565A5}"/>
              </a:ext>
            </a:extLst>
          </p:cNvPr>
          <p:cNvCxnSpPr/>
          <p:nvPr/>
        </p:nvCxnSpPr>
        <p:spPr>
          <a:xfrm>
            <a:off x="3631211" y="1630017"/>
            <a:ext cx="7210341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p_300">
            <a:extLst>
              <a:ext uri="{FF2B5EF4-FFF2-40B4-BE49-F238E27FC236}">
                <a16:creationId xmlns:a16="http://schemas.microsoft.com/office/drawing/2014/main" id="{81EC0056-D12C-8A39-073F-09CDF22DD2A8}"/>
              </a:ext>
            </a:extLst>
          </p:cNvPr>
          <p:cNvSpPr txBox="1"/>
          <p:nvPr/>
        </p:nvSpPr>
        <p:spPr>
          <a:xfrm>
            <a:off x="4317253" y="2273114"/>
            <a:ext cx="1164864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例）</a:t>
            </a:r>
            <a:r>
              <a:rPr lang="en-US" altLang="ja-JP" sz="900" dirty="0">
                <a:solidFill>
                  <a:srgbClr val="BBBBB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DEPT</a:t>
            </a: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00</a:t>
            </a:r>
            <a:r>
              <a:rPr kumimoji="1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0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BBBBBB"/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656A3E44-988D-4B6F-AA40-21044D33E4CD}"/>
              </a:ext>
            </a:extLst>
          </p:cNvPr>
          <p:cNvGrpSpPr/>
          <p:nvPr/>
        </p:nvGrpSpPr>
        <p:grpSpPr>
          <a:xfrm>
            <a:off x="4259394" y="1991625"/>
            <a:ext cx="1006725" cy="515526"/>
            <a:chOff x="4865251" y="4399152"/>
            <a:chExt cx="1006725" cy="515526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65B24AB-B068-0006-2C6D-20B4465C2148}"/>
                </a:ext>
              </a:extLst>
            </p:cNvPr>
            <p:cNvSpPr txBox="1"/>
            <p:nvPr/>
          </p:nvSpPr>
          <p:spPr>
            <a:xfrm>
              <a:off x="4865251" y="4399152"/>
              <a:ext cx="1006725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部門</a:t>
              </a:r>
              <a:r>
                <a:rPr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ID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 </a:t>
              </a:r>
              <a:r>
                <a:rPr kumimoji="1" lang="en-US" altLang="ja-JP" sz="9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*</a:t>
              </a:r>
              <a:endParaRPr kumimoji="1"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22" name="グラフィックス 21">
              <a:extLst>
                <a:ext uri="{FF2B5EF4-FFF2-40B4-BE49-F238E27FC236}">
                  <a16:creationId xmlns:a16="http://schemas.microsoft.com/office/drawing/2014/main" id="{2D6F6246-3E29-C3F4-B9B4-D56A783F9B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sp>
        <p:nvSpPr>
          <p:cNvPr id="59" name="inp_300">
            <a:extLst>
              <a:ext uri="{FF2B5EF4-FFF2-40B4-BE49-F238E27FC236}">
                <a16:creationId xmlns:a16="http://schemas.microsoft.com/office/drawing/2014/main" id="{EF6DD01B-EFF1-7D8C-B263-AACE73428733}"/>
              </a:ext>
            </a:extLst>
          </p:cNvPr>
          <p:cNvSpPr txBox="1"/>
          <p:nvPr/>
        </p:nvSpPr>
        <p:spPr>
          <a:xfrm>
            <a:off x="4313270" y="2930444"/>
            <a:ext cx="1438578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ja-JP" altLang="en-US" sz="900" dirty="0">
                <a:solidFill>
                  <a:srgbClr val="BBBBB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選択してください  </a:t>
            </a:r>
            <a:r>
              <a:rPr lang="ja-JP" altLang="en-US" sz="700" dirty="0">
                <a:solidFill>
                  <a:schemeClr val="bg2">
                    <a:lumMod val="9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endParaRPr lang="ja-JP" altLang="en-US" sz="900" dirty="0">
              <a:solidFill>
                <a:schemeClr val="bg2">
                  <a:lumMod val="9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A53FB677-54F8-03B4-4915-95996EDF8A39}"/>
              </a:ext>
            </a:extLst>
          </p:cNvPr>
          <p:cNvGrpSpPr/>
          <p:nvPr/>
        </p:nvGrpSpPr>
        <p:grpSpPr>
          <a:xfrm>
            <a:off x="4255412" y="2648955"/>
            <a:ext cx="1083602" cy="515526"/>
            <a:chOff x="4865252" y="4399152"/>
            <a:chExt cx="1083602" cy="515526"/>
          </a:xfrm>
        </p:grpSpPr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16492759-7444-339B-CD83-110A07B66184}"/>
                </a:ext>
              </a:extLst>
            </p:cNvPr>
            <p:cNvSpPr txBox="1"/>
            <p:nvPr/>
          </p:nvSpPr>
          <p:spPr>
            <a:xfrm>
              <a:off x="4865252" y="4399152"/>
              <a:ext cx="1083602" cy="515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ja-JP" altLang="en-US" sz="105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　</a:t>
              </a:r>
              <a:r>
                <a:rPr kumimoji="1"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メンバー</a:t>
              </a:r>
              <a:r>
                <a:rPr lang="ja-JP" altLang="en-US" sz="9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 </a:t>
              </a:r>
              <a:r>
                <a:rPr lang="en-US" altLang="ja-JP" sz="9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*</a:t>
              </a:r>
              <a:endParaRPr kumimoji="1" lang="ja-JP" altLang="en-US" sz="9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endParaRPr kumimoji="1" lang="en-US" altLang="ja-JP" sz="5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algn="r"/>
              <a:r>
                <a:rPr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rPr>
                <a:t>　</a:t>
              </a:r>
              <a:endParaRPr kumimoji="1" lang="ja-JP" altLang="en-US" sz="16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pic>
          <p:nvPicPr>
            <p:cNvPr id="62" name="グラフィックス 61">
              <a:extLst>
                <a:ext uri="{FF2B5EF4-FFF2-40B4-BE49-F238E27FC236}">
                  <a16:creationId xmlns:a16="http://schemas.microsoft.com/office/drawing/2014/main" id="{97829AF7-815B-6DD7-800B-CBA25E46AC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989279" y="4442686"/>
              <a:ext cx="174871" cy="174871"/>
            </a:xfrm>
            <a:prstGeom prst="rect">
              <a:avLst/>
            </a:prstGeom>
          </p:spPr>
        </p:pic>
      </p:grpSp>
      <p:grpSp>
        <p:nvGrpSpPr>
          <p:cNvPr id="245" name="グループ化 244">
            <a:extLst>
              <a:ext uri="{FF2B5EF4-FFF2-40B4-BE49-F238E27FC236}">
                <a16:creationId xmlns:a16="http://schemas.microsoft.com/office/drawing/2014/main" id="{1130BAD4-A33B-585D-FC3E-5E7BFBDA4441}"/>
              </a:ext>
            </a:extLst>
          </p:cNvPr>
          <p:cNvGrpSpPr/>
          <p:nvPr/>
        </p:nvGrpSpPr>
        <p:grpSpPr>
          <a:xfrm>
            <a:off x="5672093" y="1996068"/>
            <a:ext cx="1105498" cy="534666"/>
            <a:chOff x="8406197" y="1789935"/>
            <a:chExt cx="1105498" cy="534666"/>
          </a:xfrm>
        </p:grpSpPr>
        <p:sp>
          <p:nvSpPr>
            <p:cNvPr id="197" name="inp_300">
              <a:extLst>
                <a:ext uri="{FF2B5EF4-FFF2-40B4-BE49-F238E27FC236}">
                  <a16:creationId xmlns:a16="http://schemas.microsoft.com/office/drawing/2014/main" id="{8C3E7E4E-F093-DED7-C7CC-25B597B4CB6C}"/>
                </a:ext>
              </a:extLst>
            </p:cNvPr>
            <p:cNvSpPr txBox="1"/>
            <p:nvPr/>
          </p:nvSpPr>
          <p:spPr>
            <a:xfrm>
              <a:off x="8485951" y="2066980"/>
              <a:ext cx="1025744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例）営業部</a:t>
              </a:r>
            </a:p>
          </p:txBody>
        </p:sp>
        <p:grpSp>
          <p:nvGrpSpPr>
            <p:cNvPr id="192" name="グループ化 191">
              <a:extLst>
                <a:ext uri="{FF2B5EF4-FFF2-40B4-BE49-F238E27FC236}">
                  <a16:creationId xmlns:a16="http://schemas.microsoft.com/office/drawing/2014/main" id="{A857F685-1090-54F7-D4E6-1E1116FD20AA}"/>
                </a:ext>
              </a:extLst>
            </p:cNvPr>
            <p:cNvGrpSpPr/>
            <p:nvPr/>
          </p:nvGrpSpPr>
          <p:grpSpPr>
            <a:xfrm>
              <a:off x="8406197" y="1789935"/>
              <a:ext cx="929848" cy="515526"/>
              <a:chOff x="4865252" y="4399152"/>
              <a:chExt cx="929848" cy="515526"/>
            </a:xfrm>
          </p:grpSpPr>
          <p:sp>
            <p:nvSpPr>
              <p:cNvPr id="193" name="テキスト ボックス 192">
                <a:extLst>
                  <a:ext uri="{FF2B5EF4-FFF2-40B4-BE49-F238E27FC236}">
                    <a16:creationId xmlns:a16="http://schemas.microsoft.com/office/drawing/2014/main" id="{DF602A74-F0B5-B746-8DB5-7AADAF5A4DDD}"/>
                  </a:ext>
                </a:extLst>
              </p:cNvPr>
              <p:cNvSpPr txBox="1"/>
              <p:nvPr/>
            </p:nvSpPr>
            <p:spPr>
              <a:xfrm>
                <a:off x="4865252" y="4399152"/>
                <a:ext cx="929848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kumimoji="1"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部門名 </a:t>
                </a:r>
                <a:r>
                  <a:rPr kumimoji="1"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  <a:endParaRPr kumimoji="1"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194" name="グラフィックス 193">
                <a:extLst>
                  <a:ext uri="{FF2B5EF4-FFF2-40B4-BE49-F238E27FC236}">
                    <a16:creationId xmlns:a16="http://schemas.microsoft.com/office/drawing/2014/main" id="{46CB2405-4742-6708-4209-4D9A96A61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4989279" y="4442686"/>
                <a:ext cx="174871" cy="174871"/>
              </a:xfrm>
              <a:prstGeom prst="rect">
                <a:avLst/>
              </a:prstGeom>
            </p:spPr>
          </p:pic>
        </p:grpSp>
      </p:grpSp>
      <p:grpSp>
        <p:nvGrpSpPr>
          <p:cNvPr id="243" name="グループ化 242">
            <a:extLst>
              <a:ext uri="{FF2B5EF4-FFF2-40B4-BE49-F238E27FC236}">
                <a16:creationId xmlns:a16="http://schemas.microsoft.com/office/drawing/2014/main" id="{82334416-6B5F-D7BF-07BD-68FB019D5BE7}"/>
              </a:ext>
            </a:extLst>
          </p:cNvPr>
          <p:cNvGrpSpPr/>
          <p:nvPr/>
        </p:nvGrpSpPr>
        <p:grpSpPr>
          <a:xfrm>
            <a:off x="4255412" y="3949412"/>
            <a:ext cx="2346529" cy="544449"/>
            <a:chOff x="7132861" y="2603885"/>
            <a:chExt cx="2346529" cy="544449"/>
          </a:xfrm>
        </p:grpSpPr>
        <p:grpSp>
          <p:nvGrpSpPr>
            <p:cNvPr id="209" name="グループ化 208">
              <a:extLst>
                <a:ext uri="{FF2B5EF4-FFF2-40B4-BE49-F238E27FC236}">
                  <a16:creationId xmlns:a16="http://schemas.microsoft.com/office/drawing/2014/main" id="{29D2B2B6-1B94-6A29-FF51-9BA015EAA3B9}"/>
                </a:ext>
              </a:extLst>
            </p:cNvPr>
            <p:cNvGrpSpPr/>
            <p:nvPr/>
          </p:nvGrpSpPr>
          <p:grpSpPr>
            <a:xfrm>
              <a:off x="7132861" y="2603885"/>
              <a:ext cx="1324786" cy="515526"/>
              <a:chOff x="4865250" y="4399152"/>
              <a:chExt cx="1575942" cy="515526"/>
            </a:xfrm>
          </p:grpSpPr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173A90BE-7AC2-B620-6D0A-2F7C848B9728}"/>
                  </a:ext>
                </a:extLst>
              </p:cNvPr>
              <p:cNvSpPr txBox="1"/>
              <p:nvPr/>
            </p:nvSpPr>
            <p:spPr>
              <a:xfrm>
                <a:off x="4865250" y="4399152"/>
                <a:ext cx="1575942" cy="51552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05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　</a:t>
                </a:r>
                <a:r>
                  <a:rPr lang="ja-JP" altLang="en-US" sz="9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電話番号 </a:t>
                </a:r>
                <a:r>
                  <a:rPr lang="en-US" altLang="ja-JP" sz="900" dirty="0">
                    <a:solidFill>
                      <a:srgbClr val="FF0000"/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*</a:t>
                </a:r>
                <a:endParaRPr kumimoji="1" lang="en-US" altLang="ja-JP" sz="9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endParaRPr kumimoji="1" lang="en-US" altLang="ja-JP" sz="5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  <a:p>
                <a:pPr algn="r"/>
                <a:r>
                  <a:rPr lang="ja-JP" altLang="en-US" sz="1200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　</a:t>
                </a:r>
                <a:endParaRPr kumimoji="1" lang="ja-JP" altLang="en-US" sz="12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211" name="グラフィックス 210">
                <a:extLst>
                  <a:ext uri="{FF2B5EF4-FFF2-40B4-BE49-F238E27FC236}">
                    <a16:creationId xmlns:a16="http://schemas.microsoft.com/office/drawing/2014/main" id="{B73D0FFF-7FF4-8B85-1821-38D1EF4466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5029370" y="4456620"/>
                <a:ext cx="174871" cy="147002"/>
              </a:xfrm>
              <a:prstGeom prst="rect">
                <a:avLst/>
              </a:prstGeom>
            </p:spPr>
          </p:pic>
        </p:grpSp>
        <p:sp>
          <p:nvSpPr>
            <p:cNvPr id="212" name="inp_300">
              <a:extLst>
                <a:ext uri="{FF2B5EF4-FFF2-40B4-BE49-F238E27FC236}">
                  <a16:creationId xmlns:a16="http://schemas.microsoft.com/office/drawing/2014/main" id="{9E70BACD-7659-806E-DD28-837DD8B8656B}"/>
                </a:ext>
              </a:extLst>
            </p:cNvPr>
            <p:cNvSpPr txBox="1"/>
            <p:nvPr/>
          </p:nvSpPr>
          <p:spPr>
            <a:xfrm>
              <a:off x="7187297" y="2890713"/>
              <a:ext cx="2292093" cy="257621"/>
            </a:xfrm>
            <a:prstGeom prst="roundRect">
              <a:avLst>
                <a:gd name="adj" fmla="val 18547"/>
              </a:avLst>
            </a:prstGeom>
            <a:solidFill>
              <a:srgbClr val="FDFDFD"/>
            </a:solidFill>
            <a:ln>
              <a:solidFill>
                <a:srgbClr val="CCCCCC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BBBBBB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例）</a:t>
              </a:r>
              <a:r>
                <a:rPr lang="en-US" altLang="ja-JP" sz="900" dirty="0">
                  <a:solidFill>
                    <a:srgbClr val="BBBBBB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000-0000-0000</a:t>
              </a:r>
              <a:endPara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BBBBB"/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endParaRPr>
            </a:p>
          </p:txBody>
        </p:sp>
      </p:grpSp>
      <p:sp>
        <p:nvSpPr>
          <p:cNvPr id="263" name="テキスト ボックス 262">
            <a:extLst>
              <a:ext uri="{FF2B5EF4-FFF2-40B4-BE49-F238E27FC236}">
                <a16:creationId xmlns:a16="http://schemas.microsoft.com/office/drawing/2014/main" id="{318F91B9-82A7-8558-8F4E-A0D60B11A171}"/>
              </a:ext>
            </a:extLst>
          </p:cNvPr>
          <p:cNvSpPr txBox="1"/>
          <p:nvPr/>
        </p:nvSpPr>
        <p:spPr>
          <a:xfrm>
            <a:off x="7734260" y="5449202"/>
            <a:ext cx="1058705" cy="288295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05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sp>
        <p:nvSpPr>
          <p:cNvPr id="264" name="テキスト ボックス 263">
            <a:extLst>
              <a:ext uri="{FF2B5EF4-FFF2-40B4-BE49-F238E27FC236}">
                <a16:creationId xmlns:a16="http://schemas.microsoft.com/office/drawing/2014/main" id="{C6BC4C3D-F9A6-4DB9-9B1A-1C356764F006}"/>
              </a:ext>
            </a:extLst>
          </p:cNvPr>
          <p:cNvSpPr txBox="1"/>
          <p:nvPr/>
        </p:nvSpPr>
        <p:spPr>
          <a:xfrm>
            <a:off x="9023230" y="5449202"/>
            <a:ext cx="1058705" cy="288295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10000"/>
                  </a:srgbClr>
                </a:solidFill>
                <a:effectLst/>
                <a:uLnTx/>
                <a:uFillTx/>
                <a:latin typeface="Noto Sans JP" panose="020B0200000000000000" pitchFamily="50" charset="-128"/>
                <a:ea typeface="Noto Sans JP" panose="020B0200000000000000" pitchFamily="50" charset="-128"/>
                <a:cs typeface="+mn-cs"/>
              </a:rPr>
              <a:t>キャンセル</a:t>
            </a:r>
            <a:endParaRPr kumimoji="1" lang="ja-JP" altLang="en-US" sz="6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  <p:grpSp>
        <p:nvGrpSpPr>
          <p:cNvPr id="268" name="グループ化 267">
            <a:extLst>
              <a:ext uri="{FF2B5EF4-FFF2-40B4-BE49-F238E27FC236}">
                <a16:creationId xmlns:a16="http://schemas.microsoft.com/office/drawing/2014/main" id="{C13049F4-CE01-5B41-4FE6-ED965770C1EE}"/>
              </a:ext>
            </a:extLst>
          </p:cNvPr>
          <p:cNvGrpSpPr/>
          <p:nvPr/>
        </p:nvGrpSpPr>
        <p:grpSpPr>
          <a:xfrm>
            <a:off x="8101025" y="1917327"/>
            <a:ext cx="1636328" cy="1636328"/>
            <a:chOff x="8263612" y="1917325"/>
            <a:chExt cx="1312931" cy="1312931"/>
          </a:xfrm>
        </p:grpSpPr>
        <p:sp>
          <p:nvSpPr>
            <p:cNvPr id="265" name="楕円 264">
              <a:extLst>
                <a:ext uri="{FF2B5EF4-FFF2-40B4-BE49-F238E27FC236}">
                  <a16:creationId xmlns:a16="http://schemas.microsoft.com/office/drawing/2014/main" id="{05B0D6CC-AA42-7605-D2E0-55294A381D08}"/>
                </a:ext>
              </a:extLst>
            </p:cNvPr>
            <p:cNvSpPr/>
            <p:nvPr/>
          </p:nvSpPr>
          <p:spPr>
            <a:xfrm>
              <a:off x="8263612" y="1917325"/>
              <a:ext cx="1312931" cy="1312931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7" name="図 266">
              <a:extLst>
                <a:ext uri="{FF2B5EF4-FFF2-40B4-BE49-F238E27FC236}">
                  <a16:creationId xmlns:a16="http://schemas.microsoft.com/office/drawing/2014/main" id="{3B8E5C05-4F45-6E33-D833-50814B224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8181" y="2484141"/>
              <a:ext cx="202507" cy="202507"/>
            </a:xfrm>
            <a:prstGeom prst="rect">
              <a:avLst/>
            </a:prstGeom>
          </p:spPr>
        </p:pic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690F4A8A-90A3-D93A-CD66-2E137473A00E}"/>
              </a:ext>
            </a:extLst>
          </p:cNvPr>
          <p:cNvGrpSpPr/>
          <p:nvPr/>
        </p:nvGrpSpPr>
        <p:grpSpPr>
          <a:xfrm>
            <a:off x="729126" y="2387782"/>
            <a:ext cx="1293599" cy="374145"/>
            <a:chOff x="729126" y="2387782"/>
            <a:chExt cx="1293599" cy="374145"/>
          </a:xfrm>
        </p:grpSpPr>
        <p:pic>
          <p:nvPicPr>
            <p:cNvPr id="8" name="グラフィックス 7">
              <a:extLst>
                <a:ext uri="{FF2B5EF4-FFF2-40B4-BE49-F238E27FC236}">
                  <a16:creationId xmlns:a16="http://schemas.microsoft.com/office/drawing/2014/main" id="{0D5B62EC-F25B-490E-EBBC-A9B1B40FB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9126" y="2387782"/>
              <a:ext cx="332493" cy="332493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C220522-9622-DCBE-B0EA-6C3711A76AFF}"/>
                </a:ext>
              </a:extLst>
            </p:cNvPr>
            <p:cNvSpPr txBox="1"/>
            <p:nvPr/>
          </p:nvSpPr>
          <p:spPr>
            <a:xfrm>
              <a:off x="1061619" y="2454150"/>
              <a:ext cx="961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 Sans JP" panose="020B0200000000000000" pitchFamily="50" charset="-128"/>
                  <a:ea typeface="Noto Sans JP" panose="020B0200000000000000" pitchFamily="50" charset="-128"/>
                  <a:cs typeface="+mn-cs"/>
                </a:rPr>
                <a:t>社員追加</a:t>
              </a:r>
            </a:p>
          </p:txBody>
        </p:sp>
      </p:grpSp>
      <p:sp>
        <p:nvSpPr>
          <p:cNvPr id="11" name="inp_300">
            <a:extLst>
              <a:ext uri="{FF2B5EF4-FFF2-40B4-BE49-F238E27FC236}">
                <a16:creationId xmlns:a16="http://schemas.microsoft.com/office/drawing/2014/main" id="{2710C7CF-74BC-A6FB-4292-6E2A6F5E970B}"/>
              </a:ext>
            </a:extLst>
          </p:cNvPr>
          <p:cNvSpPr txBox="1"/>
          <p:nvPr/>
        </p:nvSpPr>
        <p:spPr>
          <a:xfrm>
            <a:off x="4313270" y="3270423"/>
            <a:ext cx="1438578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ja-JP" altLang="en-US" sz="900" dirty="0">
                <a:solidFill>
                  <a:srgbClr val="BBBBB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選択してください  </a:t>
            </a:r>
            <a:r>
              <a:rPr lang="ja-JP" altLang="en-US" sz="700" dirty="0">
                <a:solidFill>
                  <a:schemeClr val="bg2">
                    <a:lumMod val="9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endParaRPr lang="ja-JP" altLang="en-US" sz="900" dirty="0">
              <a:solidFill>
                <a:schemeClr val="bg2">
                  <a:lumMod val="9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inp_300">
            <a:extLst>
              <a:ext uri="{FF2B5EF4-FFF2-40B4-BE49-F238E27FC236}">
                <a16:creationId xmlns:a16="http://schemas.microsoft.com/office/drawing/2014/main" id="{EC4C697C-EF4A-E6BB-989B-B3188BD56082}"/>
              </a:ext>
            </a:extLst>
          </p:cNvPr>
          <p:cNvSpPr txBox="1"/>
          <p:nvPr/>
        </p:nvSpPr>
        <p:spPr>
          <a:xfrm>
            <a:off x="4313270" y="3605093"/>
            <a:ext cx="1438578" cy="257621"/>
          </a:xfrm>
          <a:prstGeom prst="roundRect">
            <a:avLst>
              <a:gd name="adj" fmla="val 18547"/>
            </a:avLst>
          </a:prstGeom>
          <a:solidFill>
            <a:srgbClr val="FDFDFD"/>
          </a:solidFill>
          <a:ln>
            <a:solidFill>
              <a:srgbClr val="CCCCCC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ja-JP" altLang="en-US" sz="900" dirty="0">
                <a:solidFill>
                  <a:srgbClr val="BBBBB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選択してください  </a:t>
            </a:r>
            <a:r>
              <a:rPr lang="ja-JP" altLang="en-US" sz="700" dirty="0">
                <a:solidFill>
                  <a:schemeClr val="bg2">
                    <a:lumMod val="90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▼</a:t>
            </a:r>
            <a:endParaRPr lang="ja-JP" altLang="en-US" sz="900" dirty="0">
              <a:solidFill>
                <a:schemeClr val="bg2">
                  <a:lumMod val="90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44B30C8-BA63-AE11-D13A-BC828B3959B8}"/>
              </a:ext>
            </a:extLst>
          </p:cNvPr>
          <p:cNvSpPr txBox="1"/>
          <p:nvPr/>
        </p:nvSpPr>
        <p:spPr>
          <a:xfrm>
            <a:off x="5832904" y="3611180"/>
            <a:ext cx="610843" cy="262086"/>
          </a:xfrm>
          <a:prstGeom prst="roundRect">
            <a:avLst>
              <a:gd name="adj" fmla="val 20640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900" dirty="0">
                <a:solidFill>
                  <a:srgbClr val="E8E8E8">
                    <a:lumMod val="1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＋ 追加</a:t>
            </a:r>
            <a:endParaRPr kumimoji="1" lang="ja-JP" altLang="en-US" sz="4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10000"/>
                </a:srgbClr>
              </a:solidFill>
              <a:effectLst/>
              <a:uLnTx/>
              <a:uFillTx/>
              <a:latin typeface="Noto Sans JP" panose="020B0200000000000000" pitchFamily="50" charset="-128"/>
              <a:ea typeface="Noto Sans JP" panose="020B02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25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4FC32D-2216-8D9E-6D31-08C000736415}"/>
              </a:ext>
            </a:extLst>
          </p:cNvPr>
          <p:cNvSpPr/>
          <p:nvPr/>
        </p:nvSpPr>
        <p:spPr>
          <a:xfrm>
            <a:off x="1" y="0"/>
            <a:ext cx="4182894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E6061AE-8154-6659-42C9-8F4E08A5A4D1}"/>
              </a:ext>
            </a:extLst>
          </p:cNvPr>
          <p:cNvSpPr/>
          <p:nvPr/>
        </p:nvSpPr>
        <p:spPr>
          <a:xfrm>
            <a:off x="8009105" y="0"/>
            <a:ext cx="4182894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4158BE-4A6E-5F20-DDDB-9EA075405ED6}"/>
              </a:ext>
            </a:extLst>
          </p:cNvPr>
          <p:cNvSpPr txBox="1"/>
          <p:nvPr/>
        </p:nvSpPr>
        <p:spPr>
          <a:xfrm>
            <a:off x="4464609" y="1219969"/>
            <a:ext cx="32627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社員情報管理システム</a:t>
            </a:r>
            <a:endParaRPr kumimoji="1" lang="en-US" altLang="ja-JP" sz="16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endParaRPr kumimoji="1" lang="en-US" altLang="ja-JP" sz="5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en-US" altLang="ja-JP" sz="12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Employee Management System</a:t>
            </a:r>
            <a:endParaRPr kumimoji="1" lang="ja-JP" altLang="en-US" sz="1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5848FB-F71F-4EAF-8894-33331D4FF858}"/>
              </a:ext>
            </a:extLst>
          </p:cNvPr>
          <p:cNvSpPr txBox="1"/>
          <p:nvPr/>
        </p:nvSpPr>
        <p:spPr>
          <a:xfrm>
            <a:off x="4688564" y="6412642"/>
            <a:ext cx="2814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@2026 Employee Management System</a:t>
            </a:r>
            <a:endParaRPr kumimoji="1" lang="ja-JP" altLang="en-US" sz="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12D0CC1-EB0A-DD4C-6B9F-E78E444E783A}"/>
              </a:ext>
            </a:extLst>
          </p:cNvPr>
          <p:cNvGrpSpPr/>
          <p:nvPr/>
        </p:nvGrpSpPr>
        <p:grpSpPr>
          <a:xfrm>
            <a:off x="4874454" y="2443534"/>
            <a:ext cx="2604480" cy="2188819"/>
            <a:chOff x="4874454" y="2320921"/>
            <a:chExt cx="2604480" cy="2188819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0F57B369-E791-F46E-7EFE-B7DC7B694F2F}"/>
                </a:ext>
              </a:extLst>
            </p:cNvPr>
            <p:cNvGrpSpPr/>
            <p:nvPr/>
          </p:nvGrpSpPr>
          <p:grpSpPr>
            <a:xfrm>
              <a:off x="4874455" y="2320921"/>
              <a:ext cx="2443087" cy="666916"/>
              <a:chOff x="4429850" y="2503461"/>
              <a:chExt cx="3332298" cy="909654"/>
            </a:xfrm>
          </p:grpSpPr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43D77BF-DF17-BCB8-7E37-CEA2DE6829D1}"/>
                  </a:ext>
                </a:extLst>
              </p:cNvPr>
              <p:cNvSpPr txBox="1"/>
              <p:nvPr/>
            </p:nvSpPr>
            <p:spPr>
              <a:xfrm>
                <a:off x="4429850" y="2897746"/>
                <a:ext cx="3332298" cy="515369"/>
              </a:xfrm>
              <a:prstGeom prst="roundRect">
                <a:avLst>
                  <a:gd name="adj" fmla="val 18547"/>
                </a:avLst>
              </a:prstGeom>
              <a:solidFill>
                <a:srgbClr val="FDFDFD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kumimoji="1" lang="ja-JP" altLang="en-US" sz="1600" dirty="0"/>
                  <a:t>　　</a:t>
                </a:r>
                <a:r>
                  <a:rPr kumimoji="1" lang="ja-JP" altLang="en-US" sz="1000" dirty="0">
                    <a:solidFill>
                      <a:schemeClr val="bg2">
                        <a:lumMod val="75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ログイン</a:t>
                </a:r>
                <a:r>
                  <a:rPr kumimoji="1" lang="en-US" altLang="ja-JP" sz="1000" dirty="0">
                    <a:solidFill>
                      <a:schemeClr val="bg2">
                        <a:lumMod val="75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ID</a:t>
                </a:r>
                <a:r>
                  <a:rPr kumimoji="1" lang="ja-JP" altLang="en-US" sz="1000" dirty="0">
                    <a:solidFill>
                      <a:schemeClr val="bg2">
                        <a:lumMod val="75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を入力</a:t>
                </a:r>
                <a:endParaRPr kumimoji="1" lang="ja-JP" altLang="en-US" sz="1600" dirty="0">
                  <a:solidFill>
                    <a:schemeClr val="bg2">
                      <a:lumMod val="7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117A8C73-8A90-4A37-9E39-6A43149AD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45992" y="3002316"/>
                <a:ext cx="321917" cy="321918"/>
              </a:xfrm>
              <a:prstGeom prst="rect">
                <a:avLst/>
              </a:prstGeom>
            </p:spPr>
          </p:pic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18CA3C-5416-0925-2FBE-FAB60F1299E3}"/>
                  </a:ext>
                </a:extLst>
              </p:cNvPr>
              <p:cNvSpPr txBox="1"/>
              <p:nvPr/>
            </p:nvSpPr>
            <p:spPr>
              <a:xfrm>
                <a:off x="4429850" y="2503461"/>
                <a:ext cx="1349634" cy="335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000" b="1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ログイン</a:t>
                </a:r>
                <a:r>
                  <a:rPr kumimoji="1" lang="en-US" altLang="ja-JP" sz="1000" b="1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ID</a:t>
                </a:r>
                <a:endParaRPr kumimoji="1" lang="ja-JP" altLang="en-US" sz="10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8365A135-B9E5-B56F-4456-D571871D6E54}"/>
                </a:ext>
              </a:extLst>
            </p:cNvPr>
            <p:cNvGrpSpPr/>
            <p:nvPr/>
          </p:nvGrpSpPr>
          <p:grpSpPr>
            <a:xfrm>
              <a:off x="4874454" y="3201138"/>
              <a:ext cx="2443088" cy="647071"/>
              <a:chOff x="4429848" y="3385929"/>
              <a:chExt cx="3332299" cy="882586"/>
            </a:xfrm>
          </p:grpSpPr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D6F35E33-0D5E-5755-E136-BC74FC94E3BF}"/>
                  </a:ext>
                </a:extLst>
              </p:cNvPr>
              <p:cNvSpPr txBox="1"/>
              <p:nvPr/>
            </p:nvSpPr>
            <p:spPr>
              <a:xfrm>
                <a:off x="4429849" y="3753147"/>
                <a:ext cx="3332298" cy="515368"/>
              </a:xfrm>
              <a:prstGeom prst="roundRect">
                <a:avLst>
                  <a:gd name="adj" fmla="val 18547"/>
                </a:avLst>
              </a:prstGeom>
              <a:solidFill>
                <a:srgbClr val="FDFDFD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r>
                  <a:rPr lang="ja-JP" altLang="en-US" sz="1600" dirty="0"/>
                  <a:t>　　</a:t>
                </a:r>
                <a:r>
                  <a:rPr lang="ja-JP" altLang="en-US" sz="1000" dirty="0">
                    <a:solidFill>
                      <a:schemeClr val="bg2">
                        <a:lumMod val="75000"/>
                      </a:schemeClr>
                    </a:solidFill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パスワードを入力</a:t>
                </a:r>
                <a:endParaRPr kumimoji="1" lang="ja-JP" altLang="en-US" sz="1600" dirty="0"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A9A3A1AD-D5AC-2860-D757-3B6E1C4FB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45991" y="3849873"/>
                <a:ext cx="321917" cy="321917"/>
              </a:xfrm>
              <a:prstGeom prst="rect">
                <a:avLst/>
              </a:prstGeom>
            </p:spPr>
          </p:pic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762F98B-8267-E8CB-9FA2-22C9E6294904}"/>
                  </a:ext>
                </a:extLst>
              </p:cNvPr>
              <p:cNvSpPr txBox="1"/>
              <p:nvPr/>
            </p:nvSpPr>
            <p:spPr>
              <a:xfrm>
                <a:off x="4429848" y="3385929"/>
                <a:ext cx="1349633" cy="335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000" b="1" dirty="0">
                    <a:latin typeface="Noto Sans JP" panose="020B0200000000000000" pitchFamily="50" charset="-128"/>
                    <a:ea typeface="Noto Sans JP" panose="020B0200000000000000" pitchFamily="50" charset="-128"/>
                  </a:rPr>
                  <a:t>パスワード</a:t>
                </a:r>
                <a:endParaRPr kumimoji="1" lang="ja-JP" altLang="en-US" sz="10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endParaRP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E337A05-4018-5719-0545-1E684D7E4DC2}"/>
                </a:ext>
              </a:extLst>
            </p:cNvPr>
            <p:cNvSpPr txBox="1"/>
            <p:nvPr/>
          </p:nvSpPr>
          <p:spPr>
            <a:xfrm>
              <a:off x="5043751" y="4212709"/>
              <a:ext cx="2104496" cy="297031"/>
            </a:xfrm>
            <a:prstGeom prst="roundRect">
              <a:avLst>
                <a:gd name="adj" fmla="val 20640"/>
              </a:avLst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 dirty="0">
                  <a:solidFill>
                    <a:schemeClr val="bg2">
                      <a:lumMod val="10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ログイン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AB24990-D255-F9C7-EA8C-0D0C6E8485F9}"/>
                </a:ext>
              </a:extLst>
            </p:cNvPr>
            <p:cNvSpPr txBox="1"/>
            <p:nvPr/>
          </p:nvSpPr>
          <p:spPr>
            <a:xfrm>
              <a:off x="5662532" y="3224220"/>
              <a:ext cx="171365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7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パスワードを入力してください</a:t>
              </a:r>
              <a:endParaRPr kumimoji="1" lang="ja-JP" altLang="en-US" sz="700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24FC5C6-BC79-86E6-E26E-1A4C7BA9741B}"/>
                </a:ext>
              </a:extLst>
            </p:cNvPr>
            <p:cNvSpPr txBox="1"/>
            <p:nvPr/>
          </p:nvSpPr>
          <p:spPr>
            <a:xfrm>
              <a:off x="5662532" y="2344003"/>
              <a:ext cx="181640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7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ログイン</a:t>
              </a:r>
              <a:r>
                <a:rPr lang="en-US" altLang="ja-JP" sz="7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ID</a:t>
              </a:r>
              <a:r>
                <a:rPr lang="ja-JP" altLang="en-US" sz="700" dirty="0">
                  <a:solidFill>
                    <a:srgbClr val="FF0000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を入力してください</a:t>
              </a:r>
              <a:endParaRPr kumimoji="1" lang="ja-JP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194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☰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50" name="botnav"/>
          <p:cNvSpPr txBox="1"/>
          <p:nvPr/>
        </p:nvSpPr>
        <p:spPr>
          <a:xfrm>
            <a:off x="4182465" y="6382512"/>
            <a:ext cx="3826763" cy="475488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51" name="bn0"/>
          <p:cNvSpPr txBox="1"/>
          <p:nvPr/>
        </p:nvSpPr>
        <p:spPr>
          <a:xfrm>
            <a:off x="4500219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🏠</a:t>
            </a:r>
          </a:p>
        </p:txBody>
      </p:sp>
      <p:sp>
        <p:nvSpPr>
          <p:cNvPr id="52" name="bnl0"/>
          <p:cNvSpPr txBox="1"/>
          <p:nvPr/>
        </p:nvSpPr>
        <p:spPr>
          <a:xfrm>
            <a:off x="4500219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53" name="bn1"/>
          <p:cNvSpPr txBox="1"/>
          <p:nvPr/>
        </p:nvSpPr>
        <p:spPr>
          <a:xfrm>
            <a:off x="5775807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📋</a:t>
            </a:r>
          </a:p>
        </p:txBody>
      </p:sp>
      <p:sp>
        <p:nvSpPr>
          <p:cNvPr id="54" name="bnl1"/>
          <p:cNvSpPr txBox="1"/>
          <p:nvPr/>
        </p:nvSpPr>
        <p:spPr>
          <a:xfrm>
            <a:off x="5775807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部門一覧</a:t>
            </a:r>
          </a:p>
        </p:txBody>
      </p:sp>
      <p:sp>
        <p:nvSpPr>
          <p:cNvPr id="55" name="bn2"/>
          <p:cNvSpPr txBox="1"/>
          <p:nvPr/>
        </p:nvSpPr>
        <p:spPr>
          <a:xfrm>
            <a:off x="7051395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👤</a:t>
            </a:r>
          </a:p>
        </p:txBody>
      </p:sp>
      <p:sp>
        <p:nvSpPr>
          <p:cNvPr id="56" name="bnl2"/>
          <p:cNvSpPr txBox="1"/>
          <p:nvPr/>
        </p:nvSpPr>
        <p:spPr>
          <a:xfrm>
            <a:off x="7051395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プロフィール</a:t>
            </a:r>
          </a:p>
        </p:txBody>
      </p:sp>
      <p:sp>
        <p:nvSpPr>
          <p:cNvPr id="14" name="srch"/>
          <p:cNvSpPr txBox="1"/>
          <p:nvPr/>
        </p:nvSpPr>
        <p:spPr>
          <a:xfrm>
            <a:off x="4383633" y="576072"/>
            <a:ext cx="3424427" cy="292608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srchtxt"/>
          <p:cNvSpPr txBox="1"/>
          <p:nvPr/>
        </p:nvSpPr>
        <p:spPr>
          <a:xfrm>
            <a:off x="4456785" y="612647"/>
            <a:ext cx="3278123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🔍  氏名・社員番号で検索</a:t>
            </a:r>
          </a:p>
        </p:txBody>
      </p:sp>
      <p:sp>
        <p:nvSpPr>
          <p:cNvPr id="16" name="card16"/>
          <p:cNvSpPr txBox="1"/>
          <p:nvPr/>
        </p:nvSpPr>
        <p:spPr>
          <a:xfrm>
            <a:off x="4383633" y="941832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7" name="eno17"/>
          <p:cNvSpPr txBox="1"/>
          <p:nvPr/>
        </p:nvSpPr>
        <p:spPr>
          <a:xfrm>
            <a:off x="4475073" y="996696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</p:txBody>
      </p:sp>
      <p:sp>
        <p:nvSpPr>
          <p:cNvPr id="18" name="nm18"/>
          <p:cNvSpPr txBox="1"/>
          <p:nvPr/>
        </p:nvSpPr>
        <p:spPr>
          <a:xfrm>
            <a:off x="4475073" y="1179576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19" name="dept19"/>
          <p:cNvSpPr txBox="1"/>
          <p:nvPr/>
        </p:nvSpPr>
        <p:spPr>
          <a:xfrm>
            <a:off x="4475073" y="1362456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20" name="badge20"/>
          <p:cNvSpPr txBox="1"/>
          <p:nvPr/>
        </p:nvSpPr>
        <p:spPr>
          <a:xfrm>
            <a:off x="6985101" y="996696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1" name="card21"/>
          <p:cNvSpPr txBox="1"/>
          <p:nvPr/>
        </p:nvSpPr>
        <p:spPr>
          <a:xfrm>
            <a:off x="4383633" y="1609344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2" name="eno22"/>
          <p:cNvSpPr txBox="1"/>
          <p:nvPr/>
        </p:nvSpPr>
        <p:spPr>
          <a:xfrm>
            <a:off x="4475073" y="1664208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EMP002</a:t>
            </a:r>
          </a:p>
        </p:txBody>
      </p:sp>
      <p:sp>
        <p:nvSpPr>
          <p:cNvPr id="23" name="nm23"/>
          <p:cNvSpPr txBox="1"/>
          <p:nvPr/>
        </p:nvSpPr>
        <p:spPr>
          <a:xfrm>
            <a:off x="4475073" y="1847088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鈴木 花子</a:t>
            </a:r>
          </a:p>
        </p:txBody>
      </p:sp>
      <p:sp>
        <p:nvSpPr>
          <p:cNvPr id="24" name="dept24"/>
          <p:cNvSpPr txBox="1"/>
          <p:nvPr/>
        </p:nvSpPr>
        <p:spPr>
          <a:xfrm>
            <a:off x="4475073" y="2029968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25" name="badge25"/>
          <p:cNvSpPr txBox="1"/>
          <p:nvPr/>
        </p:nvSpPr>
        <p:spPr>
          <a:xfrm>
            <a:off x="6985101" y="1664208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6" name="card26"/>
          <p:cNvSpPr txBox="1"/>
          <p:nvPr/>
        </p:nvSpPr>
        <p:spPr>
          <a:xfrm>
            <a:off x="4383633" y="2276856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7" name="eno27"/>
          <p:cNvSpPr txBox="1"/>
          <p:nvPr/>
        </p:nvSpPr>
        <p:spPr>
          <a:xfrm>
            <a:off x="4475073" y="2331720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EMP003</a:t>
            </a:r>
          </a:p>
        </p:txBody>
      </p:sp>
      <p:sp>
        <p:nvSpPr>
          <p:cNvPr id="28" name="nm28"/>
          <p:cNvSpPr txBox="1"/>
          <p:nvPr/>
        </p:nvSpPr>
        <p:spPr>
          <a:xfrm>
            <a:off x="4475073" y="2514600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中村 勇気</a:t>
            </a:r>
          </a:p>
        </p:txBody>
      </p:sp>
      <p:sp>
        <p:nvSpPr>
          <p:cNvPr id="29" name="dept29"/>
          <p:cNvSpPr txBox="1"/>
          <p:nvPr/>
        </p:nvSpPr>
        <p:spPr>
          <a:xfrm>
            <a:off x="4475073" y="2697480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人事部</a:t>
            </a:r>
          </a:p>
        </p:txBody>
      </p:sp>
      <p:sp>
        <p:nvSpPr>
          <p:cNvPr id="30" name="badge30"/>
          <p:cNvSpPr txBox="1"/>
          <p:nvPr/>
        </p:nvSpPr>
        <p:spPr>
          <a:xfrm>
            <a:off x="6985101" y="2331720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FFF8E1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A078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休職</a:t>
            </a:r>
          </a:p>
        </p:txBody>
      </p:sp>
      <p:sp>
        <p:nvSpPr>
          <p:cNvPr id="31" name="card31"/>
          <p:cNvSpPr txBox="1"/>
          <p:nvPr/>
        </p:nvSpPr>
        <p:spPr>
          <a:xfrm>
            <a:off x="4383633" y="2944368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32" name="eno32"/>
          <p:cNvSpPr txBox="1"/>
          <p:nvPr/>
        </p:nvSpPr>
        <p:spPr>
          <a:xfrm>
            <a:off x="4475073" y="2999232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EMP004</a:t>
            </a:r>
          </a:p>
        </p:txBody>
      </p:sp>
      <p:sp>
        <p:nvSpPr>
          <p:cNvPr id="33" name="nm33"/>
          <p:cNvSpPr txBox="1"/>
          <p:nvPr/>
        </p:nvSpPr>
        <p:spPr>
          <a:xfrm>
            <a:off x="4475073" y="3182112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John Smith</a:t>
            </a:r>
          </a:p>
        </p:txBody>
      </p:sp>
      <p:sp>
        <p:nvSpPr>
          <p:cNvPr id="34" name="dept34"/>
          <p:cNvSpPr txBox="1"/>
          <p:nvPr/>
        </p:nvSpPr>
        <p:spPr>
          <a:xfrm>
            <a:off x="4475073" y="3364992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35" name="badge35"/>
          <p:cNvSpPr txBox="1"/>
          <p:nvPr/>
        </p:nvSpPr>
        <p:spPr>
          <a:xfrm>
            <a:off x="6985101" y="2999232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36" name="card36"/>
          <p:cNvSpPr txBox="1"/>
          <p:nvPr/>
        </p:nvSpPr>
        <p:spPr>
          <a:xfrm>
            <a:off x="4383633" y="3611880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37" name="eno37"/>
          <p:cNvSpPr txBox="1"/>
          <p:nvPr/>
        </p:nvSpPr>
        <p:spPr>
          <a:xfrm>
            <a:off x="4475073" y="3666744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EMP005</a:t>
            </a:r>
          </a:p>
        </p:txBody>
      </p:sp>
      <p:sp>
        <p:nvSpPr>
          <p:cNvPr id="38" name="nm38"/>
          <p:cNvSpPr txBox="1"/>
          <p:nvPr/>
        </p:nvSpPr>
        <p:spPr>
          <a:xfrm>
            <a:off x="4475073" y="3849624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佐藤 静香</a:t>
            </a:r>
          </a:p>
        </p:txBody>
      </p:sp>
      <p:sp>
        <p:nvSpPr>
          <p:cNvPr id="39" name="dept39"/>
          <p:cNvSpPr txBox="1"/>
          <p:nvPr/>
        </p:nvSpPr>
        <p:spPr>
          <a:xfrm>
            <a:off x="4475073" y="4032504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40" name="badge40"/>
          <p:cNvSpPr txBox="1"/>
          <p:nvPr/>
        </p:nvSpPr>
        <p:spPr>
          <a:xfrm>
            <a:off x="6985101" y="3666744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888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退職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←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社員詳細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14" name="profhdr"/>
          <p:cNvSpPr txBox="1"/>
          <p:nvPr/>
        </p:nvSpPr>
        <p:spPr>
          <a:xfrm>
            <a:off x="4182465" y="438912"/>
            <a:ext cx="3826763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avatar"/>
          <p:cNvSpPr txBox="1"/>
          <p:nvPr/>
        </p:nvSpPr>
        <p:spPr>
          <a:xfrm>
            <a:off x="5748375" y="576072"/>
            <a:ext cx="694944" cy="694944"/>
          </a:xfrm>
          <a:prstGeom prst="rect">
            <a:avLst/>
          </a:prstGeom>
          <a:solidFill>
            <a:srgbClr val="DCE8F7"/>
          </a:solidFill>
        </p:spPr>
        <p:txBody>
          <a:bodyPr/>
          <a:lstStyle/>
          <a:p/>
        </p:txBody>
      </p:sp>
      <p:sp>
        <p:nvSpPr>
          <p:cNvPr id="16" name="avattxt"/>
          <p:cNvSpPr txBox="1"/>
          <p:nvPr/>
        </p:nvSpPr>
        <p:spPr>
          <a:xfrm>
            <a:off x="5748375" y="594360"/>
            <a:ext cx="694944" cy="475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0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田太</a:t>
            </a:r>
          </a:p>
        </p:txBody>
      </p:sp>
      <p:sp>
        <p:nvSpPr>
          <p:cNvPr id="17" name="profname"/>
          <p:cNvSpPr txBox="1"/>
          <p:nvPr/>
        </p:nvSpPr>
        <p:spPr>
          <a:xfrm>
            <a:off x="4182465" y="1298448"/>
            <a:ext cx="3826763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18" name="statbg"/>
          <p:cNvSpPr txBox="1"/>
          <p:nvPr/>
        </p:nvSpPr>
        <p:spPr>
          <a:xfrm>
            <a:off x="5638647" y="1490472"/>
            <a:ext cx="91440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/>
          <a:lstStyle/>
          <a:p/>
        </p:txBody>
      </p:sp>
      <p:sp>
        <p:nvSpPr>
          <p:cNvPr id="19" name="stattxt"/>
          <p:cNvSpPr txBox="1"/>
          <p:nvPr/>
        </p:nvSpPr>
        <p:spPr>
          <a:xfrm>
            <a:off x="5638647" y="1508760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0" name="detcard"/>
          <p:cNvSpPr txBox="1"/>
          <p:nvPr/>
        </p:nvSpPr>
        <p:spPr>
          <a:xfrm>
            <a:off x="4182465" y="1810512"/>
            <a:ext cx="3826763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1" name="lbl21"/>
          <p:cNvSpPr txBox="1"/>
          <p:nvPr/>
        </p:nvSpPr>
        <p:spPr>
          <a:xfrm>
            <a:off x="4383633" y="1920240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社員番号</a:t>
            </a:r>
          </a:p>
        </p:txBody>
      </p:sp>
      <p:sp>
        <p:nvSpPr>
          <p:cNvPr id="22" name="val22"/>
          <p:cNvSpPr txBox="1"/>
          <p:nvPr/>
        </p:nvSpPr>
        <p:spPr>
          <a:xfrm>
            <a:off x="5480913" y="1920240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</p:txBody>
      </p:sp>
      <p:sp>
        <p:nvSpPr>
          <p:cNvPr id="23" name="div"/>
          <p:cNvSpPr txBox="1"/>
          <p:nvPr/>
        </p:nvSpPr>
        <p:spPr>
          <a:xfrm>
            <a:off x="4255617" y="2139696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4" name="lbl24"/>
          <p:cNvSpPr txBox="1"/>
          <p:nvPr/>
        </p:nvSpPr>
        <p:spPr>
          <a:xfrm>
            <a:off x="4383633" y="2267712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氏名</a:t>
            </a:r>
          </a:p>
        </p:txBody>
      </p:sp>
      <p:sp>
        <p:nvSpPr>
          <p:cNvPr id="25" name="val25"/>
          <p:cNvSpPr txBox="1"/>
          <p:nvPr/>
        </p:nvSpPr>
        <p:spPr>
          <a:xfrm>
            <a:off x="5480913" y="2267712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26" name="div"/>
          <p:cNvSpPr txBox="1"/>
          <p:nvPr/>
        </p:nvSpPr>
        <p:spPr>
          <a:xfrm>
            <a:off x="4255617" y="2487168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7" name="lbl27"/>
          <p:cNvSpPr txBox="1"/>
          <p:nvPr/>
        </p:nvSpPr>
        <p:spPr>
          <a:xfrm>
            <a:off x="4383633" y="2615184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生年月日</a:t>
            </a:r>
          </a:p>
        </p:txBody>
      </p:sp>
      <p:sp>
        <p:nvSpPr>
          <p:cNvPr id="28" name="val28"/>
          <p:cNvSpPr txBox="1"/>
          <p:nvPr/>
        </p:nvSpPr>
        <p:spPr>
          <a:xfrm>
            <a:off x="5480913" y="2615184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1990/04/15</a:t>
            </a:r>
          </a:p>
        </p:txBody>
      </p:sp>
      <p:sp>
        <p:nvSpPr>
          <p:cNvPr id="29" name="div"/>
          <p:cNvSpPr txBox="1"/>
          <p:nvPr/>
        </p:nvSpPr>
        <p:spPr>
          <a:xfrm>
            <a:off x="4255617" y="2834639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0" name="lbl30"/>
          <p:cNvSpPr txBox="1"/>
          <p:nvPr/>
        </p:nvSpPr>
        <p:spPr>
          <a:xfrm>
            <a:off x="4383633" y="2962656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電話番号</a:t>
            </a:r>
          </a:p>
        </p:txBody>
      </p:sp>
      <p:sp>
        <p:nvSpPr>
          <p:cNvPr id="31" name="val31"/>
          <p:cNvSpPr txBox="1"/>
          <p:nvPr/>
        </p:nvSpPr>
        <p:spPr>
          <a:xfrm>
            <a:off x="5480913" y="2962656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090-1234-5678</a:t>
            </a:r>
          </a:p>
        </p:txBody>
      </p:sp>
      <p:sp>
        <p:nvSpPr>
          <p:cNvPr id="32" name="div"/>
          <p:cNvSpPr txBox="1"/>
          <p:nvPr/>
        </p:nvSpPr>
        <p:spPr>
          <a:xfrm>
            <a:off x="4255617" y="3182111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3" name="lbl33"/>
          <p:cNvSpPr txBox="1"/>
          <p:nvPr/>
        </p:nvSpPr>
        <p:spPr>
          <a:xfrm>
            <a:off x="4383633" y="3310127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</a:t>
            </a:r>
          </a:p>
        </p:txBody>
      </p:sp>
      <p:sp>
        <p:nvSpPr>
          <p:cNvPr id="34" name="val34"/>
          <p:cNvSpPr txBox="1"/>
          <p:nvPr/>
        </p:nvSpPr>
        <p:spPr>
          <a:xfrm>
            <a:off x="5480913" y="3310127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tanaka@example.com</a:t>
            </a:r>
          </a:p>
        </p:txBody>
      </p:sp>
      <p:sp>
        <p:nvSpPr>
          <p:cNvPr id="35" name="div"/>
          <p:cNvSpPr txBox="1"/>
          <p:nvPr/>
        </p:nvSpPr>
        <p:spPr>
          <a:xfrm>
            <a:off x="4255617" y="3529583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6" name="lbl36"/>
          <p:cNvSpPr txBox="1"/>
          <p:nvPr/>
        </p:nvSpPr>
        <p:spPr>
          <a:xfrm>
            <a:off x="4383633" y="3657599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入社日</a:t>
            </a:r>
          </a:p>
        </p:txBody>
      </p:sp>
      <p:sp>
        <p:nvSpPr>
          <p:cNvPr id="37" name="val37"/>
          <p:cNvSpPr txBox="1"/>
          <p:nvPr/>
        </p:nvSpPr>
        <p:spPr>
          <a:xfrm>
            <a:off x="5480913" y="3657599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2015/04/01</a:t>
            </a:r>
          </a:p>
        </p:txBody>
      </p:sp>
      <p:sp>
        <p:nvSpPr>
          <p:cNvPr id="38" name="div"/>
          <p:cNvSpPr txBox="1"/>
          <p:nvPr/>
        </p:nvSpPr>
        <p:spPr>
          <a:xfrm>
            <a:off x="4255617" y="3877055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9" name="lbl39"/>
          <p:cNvSpPr txBox="1"/>
          <p:nvPr/>
        </p:nvSpPr>
        <p:spPr>
          <a:xfrm>
            <a:off x="4383633" y="4005072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</a:t>
            </a:r>
          </a:p>
        </p:txBody>
      </p:sp>
      <p:sp>
        <p:nvSpPr>
          <p:cNvPr id="40" name="val40"/>
          <p:cNvSpPr txBox="1"/>
          <p:nvPr/>
        </p:nvSpPr>
        <p:spPr>
          <a:xfrm>
            <a:off x="5480913" y="4005072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41" name="div"/>
          <p:cNvSpPr txBox="1"/>
          <p:nvPr/>
        </p:nvSpPr>
        <p:spPr>
          <a:xfrm>
            <a:off x="4255617" y="4224528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42" name="btnedit"/>
          <p:cNvSpPr txBox="1"/>
          <p:nvPr/>
        </p:nvSpPr>
        <p:spPr>
          <a:xfrm>
            <a:off x="4383633" y="5285231"/>
            <a:ext cx="1657349" cy="32004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編集</a:t>
            </a:r>
          </a:p>
        </p:txBody>
      </p:sp>
      <p:sp>
        <p:nvSpPr>
          <p:cNvPr id="43" name="btndel"/>
          <p:cNvSpPr txBox="1"/>
          <p:nvPr/>
        </p:nvSpPr>
        <p:spPr>
          <a:xfrm>
            <a:off x="6150711" y="5285231"/>
            <a:ext cx="1657349" cy="320040"/>
          </a:xfrm>
          <a:prstGeom prst="roundRect">
            <a:avLst>
              <a:gd name="adj" fmla="val 18547"/>
            </a:avLst>
          </a:prstGeom>
          <a:solidFill>
            <a:srgbClr val="FFF5F5"/>
          </a:solidFill>
          <a:ln>
            <a:solidFill>
              <a:srgbClr val="FED7D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C5303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←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社員詳細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14" name="profhdr"/>
          <p:cNvSpPr txBox="1"/>
          <p:nvPr/>
        </p:nvSpPr>
        <p:spPr>
          <a:xfrm>
            <a:off x="4182465" y="438912"/>
            <a:ext cx="3826763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avatar"/>
          <p:cNvSpPr txBox="1"/>
          <p:nvPr/>
        </p:nvSpPr>
        <p:spPr>
          <a:xfrm>
            <a:off x="5748375" y="576072"/>
            <a:ext cx="694944" cy="694944"/>
          </a:xfrm>
          <a:prstGeom prst="rect">
            <a:avLst/>
          </a:prstGeom>
          <a:solidFill>
            <a:srgbClr val="DCE8F7"/>
          </a:solidFill>
        </p:spPr>
        <p:txBody>
          <a:bodyPr/>
          <a:lstStyle/>
          <a:p/>
        </p:txBody>
      </p:sp>
      <p:sp>
        <p:nvSpPr>
          <p:cNvPr id="16" name="avattxt"/>
          <p:cNvSpPr txBox="1"/>
          <p:nvPr/>
        </p:nvSpPr>
        <p:spPr>
          <a:xfrm>
            <a:off x="5748375" y="594360"/>
            <a:ext cx="694944" cy="475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50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田太</a:t>
            </a:r>
          </a:p>
        </p:txBody>
      </p:sp>
      <p:sp>
        <p:nvSpPr>
          <p:cNvPr id="17" name="profname"/>
          <p:cNvSpPr txBox="1"/>
          <p:nvPr/>
        </p:nvSpPr>
        <p:spPr>
          <a:xfrm>
            <a:off x="4182465" y="1298448"/>
            <a:ext cx="3826763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18" name="statbg"/>
          <p:cNvSpPr txBox="1"/>
          <p:nvPr/>
        </p:nvSpPr>
        <p:spPr>
          <a:xfrm>
            <a:off x="5638647" y="1490472"/>
            <a:ext cx="91440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/>
          <a:lstStyle/>
          <a:p/>
        </p:txBody>
      </p:sp>
      <p:sp>
        <p:nvSpPr>
          <p:cNvPr id="19" name="stattxt"/>
          <p:cNvSpPr txBox="1"/>
          <p:nvPr/>
        </p:nvSpPr>
        <p:spPr>
          <a:xfrm>
            <a:off x="5638647" y="1508760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0" name="detcard"/>
          <p:cNvSpPr txBox="1"/>
          <p:nvPr/>
        </p:nvSpPr>
        <p:spPr>
          <a:xfrm>
            <a:off x="4182465" y="1810512"/>
            <a:ext cx="3826763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1" name="lbl21"/>
          <p:cNvSpPr txBox="1"/>
          <p:nvPr/>
        </p:nvSpPr>
        <p:spPr>
          <a:xfrm>
            <a:off x="4383633" y="1920240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社員番号</a:t>
            </a:r>
          </a:p>
        </p:txBody>
      </p:sp>
      <p:sp>
        <p:nvSpPr>
          <p:cNvPr id="22" name="val22"/>
          <p:cNvSpPr txBox="1"/>
          <p:nvPr/>
        </p:nvSpPr>
        <p:spPr>
          <a:xfrm>
            <a:off x="5480913" y="1920240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</p:txBody>
      </p:sp>
      <p:sp>
        <p:nvSpPr>
          <p:cNvPr id="23" name="div"/>
          <p:cNvSpPr txBox="1"/>
          <p:nvPr/>
        </p:nvSpPr>
        <p:spPr>
          <a:xfrm>
            <a:off x="4255617" y="2139696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4" name="lbl24"/>
          <p:cNvSpPr txBox="1"/>
          <p:nvPr/>
        </p:nvSpPr>
        <p:spPr>
          <a:xfrm>
            <a:off x="4383633" y="2267712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氏名</a:t>
            </a:r>
          </a:p>
        </p:txBody>
      </p:sp>
      <p:sp>
        <p:nvSpPr>
          <p:cNvPr id="25" name="val25"/>
          <p:cNvSpPr txBox="1"/>
          <p:nvPr/>
        </p:nvSpPr>
        <p:spPr>
          <a:xfrm>
            <a:off x="5480913" y="2267712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26" name="div"/>
          <p:cNvSpPr txBox="1"/>
          <p:nvPr/>
        </p:nvSpPr>
        <p:spPr>
          <a:xfrm>
            <a:off x="4255617" y="2487168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7" name="lbl27"/>
          <p:cNvSpPr txBox="1"/>
          <p:nvPr/>
        </p:nvSpPr>
        <p:spPr>
          <a:xfrm>
            <a:off x="4383633" y="2615184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生年月日</a:t>
            </a:r>
          </a:p>
        </p:txBody>
      </p:sp>
      <p:sp>
        <p:nvSpPr>
          <p:cNvPr id="28" name="val28"/>
          <p:cNvSpPr txBox="1"/>
          <p:nvPr/>
        </p:nvSpPr>
        <p:spPr>
          <a:xfrm>
            <a:off x="5480913" y="2615184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1990/04/15</a:t>
            </a:r>
          </a:p>
        </p:txBody>
      </p:sp>
      <p:sp>
        <p:nvSpPr>
          <p:cNvPr id="29" name="div"/>
          <p:cNvSpPr txBox="1"/>
          <p:nvPr/>
        </p:nvSpPr>
        <p:spPr>
          <a:xfrm>
            <a:off x="4255617" y="2834639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0" name="lbl30"/>
          <p:cNvSpPr txBox="1"/>
          <p:nvPr/>
        </p:nvSpPr>
        <p:spPr>
          <a:xfrm>
            <a:off x="4383633" y="2962656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電話番号</a:t>
            </a:r>
          </a:p>
        </p:txBody>
      </p:sp>
      <p:sp>
        <p:nvSpPr>
          <p:cNvPr id="31" name="val31"/>
          <p:cNvSpPr txBox="1"/>
          <p:nvPr/>
        </p:nvSpPr>
        <p:spPr>
          <a:xfrm>
            <a:off x="5480913" y="2962656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090-1234-5678</a:t>
            </a:r>
          </a:p>
        </p:txBody>
      </p:sp>
      <p:sp>
        <p:nvSpPr>
          <p:cNvPr id="32" name="div"/>
          <p:cNvSpPr txBox="1"/>
          <p:nvPr/>
        </p:nvSpPr>
        <p:spPr>
          <a:xfrm>
            <a:off x="4255617" y="3182111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3" name="lbl33"/>
          <p:cNvSpPr txBox="1"/>
          <p:nvPr/>
        </p:nvSpPr>
        <p:spPr>
          <a:xfrm>
            <a:off x="4383633" y="3310127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</a:t>
            </a:r>
          </a:p>
        </p:txBody>
      </p:sp>
      <p:sp>
        <p:nvSpPr>
          <p:cNvPr id="34" name="val34"/>
          <p:cNvSpPr txBox="1"/>
          <p:nvPr/>
        </p:nvSpPr>
        <p:spPr>
          <a:xfrm>
            <a:off x="5480913" y="3310127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tanaka@example.com</a:t>
            </a:r>
          </a:p>
        </p:txBody>
      </p:sp>
      <p:sp>
        <p:nvSpPr>
          <p:cNvPr id="35" name="div"/>
          <p:cNvSpPr txBox="1"/>
          <p:nvPr/>
        </p:nvSpPr>
        <p:spPr>
          <a:xfrm>
            <a:off x="4255617" y="3529583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6" name="lbl36"/>
          <p:cNvSpPr txBox="1"/>
          <p:nvPr/>
        </p:nvSpPr>
        <p:spPr>
          <a:xfrm>
            <a:off x="4383633" y="3657599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入社日</a:t>
            </a:r>
          </a:p>
        </p:txBody>
      </p:sp>
      <p:sp>
        <p:nvSpPr>
          <p:cNvPr id="37" name="val37"/>
          <p:cNvSpPr txBox="1"/>
          <p:nvPr/>
        </p:nvSpPr>
        <p:spPr>
          <a:xfrm>
            <a:off x="5480913" y="3657599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2015/04/01</a:t>
            </a:r>
          </a:p>
        </p:txBody>
      </p:sp>
      <p:sp>
        <p:nvSpPr>
          <p:cNvPr id="38" name="div"/>
          <p:cNvSpPr txBox="1"/>
          <p:nvPr/>
        </p:nvSpPr>
        <p:spPr>
          <a:xfrm>
            <a:off x="4255617" y="3877055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9" name="lbl39"/>
          <p:cNvSpPr txBox="1"/>
          <p:nvPr/>
        </p:nvSpPr>
        <p:spPr>
          <a:xfrm>
            <a:off x="4383633" y="4005072"/>
            <a:ext cx="100584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</a:t>
            </a:r>
          </a:p>
        </p:txBody>
      </p:sp>
      <p:sp>
        <p:nvSpPr>
          <p:cNvPr id="40" name="val40"/>
          <p:cNvSpPr txBox="1"/>
          <p:nvPr/>
        </p:nvSpPr>
        <p:spPr>
          <a:xfrm>
            <a:off x="5480913" y="4005072"/>
            <a:ext cx="2327148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41" name="div"/>
          <p:cNvSpPr txBox="1"/>
          <p:nvPr/>
        </p:nvSpPr>
        <p:spPr>
          <a:xfrm>
            <a:off x="4255617" y="4224528"/>
            <a:ext cx="3680459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42" name="btnedit"/>
          <p:cNvSpPr txBox="1"/>
          <p:nvPr/>
        </p:nvSpPr>
        <p:spPr>
          <a:xfrm>
            <a:off x="4383633" y="5285231"/>
            <a:ext cx="1657349" cy="32004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編集</a:t>
            </a:r>
          </a:p>
        </p:txBody>
      </p:sp>
      <p:sp>
        <p:nvSpPr>
          <p:cNvPr id="43" name="btndel"/>
          <p:cNvSpPr txBox="1"/>
          <p:nvPr/>
        </p:nvSpPr>
        <p:spPr>
          <a:xfrm>
            <a:off x="6150711" y="5285231"/>
            <a:ext cx="1657349" cy="320040"/>
          </a:xfrm>
          <a:prstGeom prst="roundRect">
            <a:avLst>
              <a:gd name="adj" fmla="val 18547"/>
            </a:avLst>
          </a:prstGeom>
          <a:solidFill>
            <a:srgbClr val="FFF5F5"/>
          </a:solidFill>
          <a:ln>
            <a:solidFill>
              <a:srgbClr val="FED7D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C5303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800" name="overlay"/>
          <p:cNvSpPr txBox="1"/>
          <p:nvPr/>
        </p:nvSpPr>
        <p:spPr>
          <a:xfrm>
            <a:off x="4182465" y="0"/>
            <a:ext cx="3826763" cy="6858000"/>
          </a:xfrm>
          <a:prstGeom prst="rect">
            <a:avLst/>
          </a:prstGeom>
          <a:solidFill>
            <a:srgbClr val="000000">
              <a:alpha val="18000"/>
            </a:srgbClr>
          </a:solidFill>
        </p:spPr>
        <p:txBody>
          <a:bodyPr/>
          <a:lstStyle/>
          <a:p/>
        </p:txBody>
      </p:sp>
      <p:sp>
        <p:nvSpPr>
          <p:cNvPr id="801" name="modal"/>
          <p:cNvSpPr txBox="1"/>
          <p:nvPr/>
        </p:nvSpPr>
        <p:spPr>
          <a:xfrm>
            <a:off x="4246473" y="2286000"/>
            <a:ext cx="3698748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802" name="modalico"/>
          <p:cNvSpPr txBox="1"/>
          <p:nvPr/>
        </p:nvSpPr>
        <p:spPr>
          <a:xfrm>
            <a:off x="5803239" y="2468880"/>
            <a:ext cx="585216" cy="457200"/>
          </a:xfrm>
          <a:prstGeom prst="roundRect">
            <a:avLst>
              <a:gd name="adj" fmla="val 18547"/>
            </a:avLst>
          </a:prstGeom>
          <a:solidFill>
            <a:srgbClr val="FFF5F5"/>
          </a:solidFill>
        </p:spPr>
        <p:txBody>
          <a:bodyPr/>
          <a:lstStyle/>
          <a:p/>
        </p:txBody>
      </p:sp>
      <p:sp>
        <p:nvSpPr>
          <p:cNvPr id="803" name="modalicostr"/>
          <p:cNvSpPr txBox="1"/>
          <p:nvPr/>
        </p:nvSpPr>
        <p:spPr>
          <a:xfrm>
            <a:off x="5803239" y="2487168"/>
            <a:ext cx="585216" cy="42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rgbClr val="C5303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🗑</a:t>
            </a:r>
          </a:p>
        </p:txBody>
      </p:sp>
      <p:sp>
        <p:nvSpPr>
          <p:cNvPr id="804" name="modaltitle"/>
          <p:cNvSpPr txBox="1"/>
          <p:nvPr/>
        </p:nvSpPr>
        <p:spPr>
          <a:xfrm>
            <a:off x="4182465" y="2999232"/>
            <a:ext cx="3826763" cy="23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社員を削除しますか？</a:t>
            </a:r>
          </a:p>
        </p:txBody>
      </p:sp>
      <p:sp>
        <p:nvSpPr>
          <p:cNvPr id="805" name="modaldesc"/>
          <p:cNvSpPr txBox="1"/>
          <p:nvPr/>
        </p:nvSpPr>
        <p:spPr>
          <a:xfrm>
            <a:off x="4182465" y="3273552"/>
            <a:ext cx="3826763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太郎（EMP001）を削除します。
この操作は取り消せません。</a:t>
            </a:r>
          </a:p>
        </p:txBody>
      </p:sp>
      <p:sp>
        <p:nvSpPr>
          <p:cNvPr id="806" name="modalcancel"/>
          <p:cNvSpPr txBox="1"/>
          <p:nvPr/>
        </p:nvSpPr>
        <p:spPr>
          <a:xfrm>
            <a:off x="4292193" y="4023360"/>
            <a:ext cx="1689354" cy="32004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</a:t>
            </a:r>
          </a:p>
        </p:txBody>
      </p:sp>
      <p:sp>
        <p:nvSpPr>
          <p:cNvPr id="807" name="modalconfirm"/>
          <p:cNvSpPr txBox="1"/>
          <p:nvPr/>
        </p:nvSpPr>
        <p:spPr>
          <a:xfrm>
            <a:off x="6027267" y="4023360"/>
            <a:ext cx="1689354" cy="320040"/>
          </a:xfrm>
          <a:prstGeom prst="roundRect">
            <a:avLst>
              <a:gd name="adj" fmla="val 18547"/>
            </a:avLst>
          </a:prstGeom>
          <a:solidFill>
            <a:srgbClr val="C5303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削除する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←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社員登録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14" name="formcard"/>
          <p:cNvSpPr txBox="1"/>
          <p:nvPr/>
        </p:nvSpPr>
        <p:spPr>
          <a:xfrm>
            <a:off x="4182465" y="548640"/>
            <a:ext cx="3826763" cy="594360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sechdr"/>
          <p:cNvSpPr txBox="1"/>
          <p:nvPr/>
        </p:nvSpPr>
        <p:spPr>
          <a:xfrm>
            <a:off x="4182465" y="548640"/>
            <a:ext cx="3826763" cy="329184"/>
          </a:xfrm>
          <a:prstGeom prst="rect">
            <a:avLst/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6" name="sectitle"/>
          <p:cNvSpPr txBox="1"/>
          <p:nvPr/>
        </p:nvSpPr>
        <p:spPr>
          <a:xfrm>
            <a:off x="4383633" y="621792"/>
            <a:ext cx="3424427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00" b="1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社員情報の入力</a:t>
            </a:r>
          </a:p>
        </p:txBody>
      </p:sp>
      <p:sp>
        <p:nvSpPr>
          <p:cNvPr id="18" name="lbl18"/>
          <p:cNvSpPr txBox="1"/>
          <p:nvPr/>
        </p:nvSpPr>
        <p:spPr>
          <a:xfrm>
            <a:off x="4383633" y="960120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社員番号  *</a:t>
            </a:r>
          </a:p>
        </p:txBody>
      </p:sp>
      <p:sp>
        <p:nvSpPr>
          <p:cNvPr id="19" name="inp18"/>
          <p:cNvSpPr txBox="1"/>
          <p:nvPr/>
        </p:nvSpPr>
        <p:spPr>
          <a:xfrm>
            <a:off x="4383633" y="1133856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例）EMP001</a:t>
            </a:r>
          </a:p>
        </p:txBody>
      </p:sp>
      <p:sp>
        <p:nvSpPr>
          <p:cNvPr id="20" name="lbl20"/>
          <p:cNvSpPr txBox="1"/>
          <p:nvPr/>
        </p:nvSpPr>
        <p:spPr>
          <a:xfrm>
            <a:off x="4383633" y="1481328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姓  *</a:t>
            </a:r>
          </a:p>
        </p:txBody>
      </p:sp>
      <p:sp>
        <p:nvSpPr>
          <p:cNvPr id="21" name="inp20"/>
          <p:cNvSpPr txBox="1"/>
          <p:nvPr/>
        </p:nvSpPr>
        <p:spPr>
          <a:xfrm>
            <a:off x="4383633" y="1655064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例）田中</a:t>
            </a:r>
          </a:p>
        </p:txBody>
      </p:sp>
      <p:sp>
        <p:nvSpPr>
          <p:cNvPr id="22" name="lbl22"/>
          <p:cNvSpPr txBox="1"/>
          <p:nvPr/>
        </p:nvSpPr>
        <p:spPr>
          <a:xfrm>
            <a:off x="4383633" y="2002536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名  *</a:t>
            </a:r>
          </a:p>
        </p:txBody>
      </p:sp>
      <p:sp>
        <p:nvSpPr>
          <p:cNvPr id="23" name="inp22"/>
          <p:cNvSpPr txBox="1"/>
          <p:nvPr/>
        </p:nvSpPr>
        <p:spPr>
          <a:xfrm>
            <a:off x="4383633" y="2176272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例）太郎</a:t>
            </a:r>
          </a:p>
        </p:txBody>
      </p:sp>
      <p:sp>
        <p:nvSpPr>
          <p:cNvPr id="24" name="lbl24"/>
          <p:cNvSpPr txBox="1"/>
          <p:nvPr/>
        </p:nvSpPr>
        <p:spPr>
          <a:xfrm>
            <a:off x="4383633" y="2523744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生年月日  *</a:t>
            </a:r>
          </a:p>
        </p:txBody>
      </p:sp>
      <p:sp>
        <p:nvSpPr>
          <p:cNvPr id="25" name="inp24"/>
          <p:cNvSpPr txBox="1"/>
          <p:nvPr/>
        </p:nvSpPr>
        <p:spPr>
          <a:xfrm>
            <a:off x="4383633" y="2697479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例）1990/04/15</a:t>
            </a:r>
          </a:p>
        </p:txBody>
      </p:sp>
      <p:sp>
        <p:nvSpPr>
          <p:cNvPr id="26" name="lbl26"/>
          <p:cNvSpPr txBox="1"/>
          <p:nvPr/>
        </p:nvSpPr>
        <p:spPr>
          <a:xfrm>
            <a:off x="4383633" y="3044951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電話番号  *</a:t>
            </a:r>
          </a:p>
        </p:txBody>
      </p:sp>
      <p:sp>
        <p:nvSpPr>
          <p:cNvPr id="27" name="inp26"/>
          <p:cNvSpPr txBox="1"/>
          <p:nvPr/>
        </p:nvSpPr>
        <p:spPr>
          <a:xfrm>
            <a:off x="4383633" y="3218687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例）090-1234-5678</a:t>
            </a:r>
          </a:p>
        </p:txBody>
      </p:sp>
      <p:sp>
        <p:nvSpPr>
          <p:cNvPr id="28" name="lbl28"/>
          <p:cNvSpPr txBox="1"/>
          <p:nvPr/>
        </p:nvSpPr>
        <p:spPr>
          <a:xfrm>
            <a:off x="4383633" y="3566159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  *</a:t>
            </a:r>
          </a:p>
        </p:txBody>
      </p:sp>
      <p:sp>
        <p:nvSpPr>
          <p:cNvPr id="29" name="inp28"/>
          <p:cNvSpPr txBox="1"/>
          <p:nvPr/>
        </p:nvSpPr>
        <p:spPr>
          <a:xfrm>
            <a:off x="4383633" y="3739896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例）tanaka@example.com</a:t>
            </a:r>
          </a:p>
        </p:txBody>
      </p:sp>
      <p:sp>
        <p:nvSpPr>
          <p:cNvPr id="30" name="lbl30"/>
          <p:cNvSpPr txBox="1"/>
          <p:nvPr/>
        </p:nvSpPr>
        <p:spPr>
          <a:xfrm>
            <a:off x="4383633" y="4087368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入社日</a:t>
            </a:r>
          </a:p>
        </p:txBody>
      </p:sp>
      <p:sp>
        <p:nvSpPr>
          <p:cNvPr id="31" name="inp30"/>
          <p:cNvSpPr txBox="1"/>
          <p:nvPr/>
        </p:nvSpPr>
        <p:spPr>
          <a:xfrm>
            <a:off x="4383633" y="4261104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例）2015/04/01</a:t>
            </a:r>
          </a:p>
        </p:txBody>
      </p:sp>
      <p:sp>
        <p:nvSpPr>
          <p:cNvPr id="32" name="lbl32"/>
          <p:cNvSpPr txBox="1"/>
          <p:nvPr/>
        </p:nvSpPr>
        <p:spPr>
          <a:xfrm>
            <a:off x="4383633" y="4608576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  *</a:t>
            </a:r>
          </a:p>
        </p:txBody>
      </p:sp>
      <p:sp>
        <p:nvSpPr>
          <p:cNvPr id="33" name="inp32"/>
          <p:cNvSpPr txBox="1"/>
          <p:nvPr/>
        </p:nvSpPr>
        <p:spPr>
          <a:xfrm>
            <a:off x="4383633" y="4782312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部門を選択　▼</a:t>
            </a:r>
          </a:p>
        </p:txBody>
      </p:sp>
      <p:sp>
        <p:nvSpPr>
          <p:cNvPr id="34" name="lbl34"/>
          <p:cNvSpPr txBox="1"/>
          <p:nvPr/>
        </p:nvSpPr>
        <p:spPr>
          <a:xfrm>
            <a:off x="4383633" y="5129784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在籍状態  *</a:t>
            </a:r>
          </a:p>
        </p:txBody>
      </p:sp>
      <p:sp>
        <p:nvSpPr>
          <p:cNvPr id="35" name="inp34"/>
          <p:cNvSpPr txBox="1"/>
          <p:nvPr/>
        </p:nvSpPr>
        <p:spPr>
          <a:xfrm>
            <a:off x="4383633" y="5303520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在籍　▼</a:t>
            </a:r>
          </a:p>
        </p:txBody>
      </p:sp>
      <p:sp>
        <p:nvSpPr>
          <p:cNvPr id="36" name="cancel"/>
          <p:cNvSpPr txBox="1"/>
          <p:nvPr/>
        </p:nvSpPr>
        <p:spPr>
          <a:xfrm>
            <a:off x="4383633" y="5696712"/>
            <a:ext cx="1666493" cy="32004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</a:t>
            </a:r>
          </a:p>
        </p:txBody>
      </p:sp>
      <p:sp>
        <p:nvSpPr>
          <p:cNvPr id="37" name="submit"/>
          <p:cNvSpPr txBox="1"/>
          <p:nvPr/>
        </p:nvSpPr>
        <p:spPr>
          <a:xfrm>
            <a:off x="6141567" y="5696712"/>
            <a:ext cx="1666493" cy="320040"/>
          </a:xfrm>
          <a:prstGeom prst="roundRect">
            <a:avLst>
              <a:gd name="adj" fmla="val 18547"/>
            </a:avLst>
          </a:prstGeom>
          <a:solidFill>
            <a:srgbClr val="2D3748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登録する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☰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部門一覧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50" name="botnav"/>
          <p:cNvSpPr txBox="1"/>
          <p:nvPr/>
        </p:nvSpPr>
        <p:spPr>
          <a:xfrm>
            <a:off x="4182465" y="6382512"/>
            <a:ext cx="3826763" cy="475488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51" name="bn0"/>
          <p:cNvSpPr txBox="1"/>
          <p:nvPr/>
        </p:nvSpPr>
        <p:spPr>
          <a:xfrm>
            <a:off x="4500219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🏠</a:t>
            </a:r>
          </a:p>
        </p:txBody>
      </p:sp>
      <p:sp>
        <p:nvSpPr>
          <p:cNvPr id="52" name="bnl0"/>
          <p:cNvSpPr txBox="1"/>
          <p:nvPr/>
        </p:nvSpPr>
        <p:spPr>
          <a:xfrm>
            <a:off x="4500219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53" name="bn1"/>
          <p:cNvSpPr txBox="1"/>
          <p:nvPr/>
        </p:nvSpPr>
        <p:spPr>
          <a:xfrm>
            <a:off x="5775807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📋</a:t>
            </a:r>
          </a:p>
        </p:txBody>
      </p:sp>
      <p:sp>
        <p:nvSpPr>
          <p:cNvPr id="54" name="bnl1"/>
          <p:cNvSpPr txBox="1"/>
          <p:nvPr/>
        </p:nvSpPr>
        <p:spPr>
          <a:xfrm>
            <a:off x="5775807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部門一覧</a:t>
            </a:r>
          </a:p>
        </p:txBody>
      </p:sp>
      <p:sp>
        <p:nvSpPr>
          <p:cNvPr id="55" name="bn2"/>
          <p:cNvSpPr txBox="1"/>
          <p:nvPr/>
        </p:nvSpPr>
        <p:spPr>
          <a:xfrm>
            <a:off x="7051395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👤</a:t>
            </a:r>
          </a:p>
        </p:txBody>
      </p:sp>
      <p:sp>
        <p:nvSpPr>
          <p:cNvPr id="56" name="bnl2"/>
          <p:cNvSpPr txBox="1"/>
          <p:nvPr/>
        </p:nvSpPr>
        <p:spPr>
          <a:xfrm>
            <a:off x="7051395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プロフィール</a:t>
            </a:r>
          </a:p>
        </p:txBody>
      </p:sp>
      <p:sp>
        <p:nvSpPr>
          <p:cNvPr id="14" name="srch"/>
          <p:cNvSpPr txBox="1"/>
          <p:nvPr/>
        </p:nvSpPr>
        <p:spPr>
          <a:xfrm>
            <a:off x="4383633" y="576072"/>
            <a:ext cx="2510027" cy="292608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srchtxt"/>
          <p:cNvSpPr txBox="1"/>
          <p:nvPr/>
        </p:nvSpPr>
        <p:spPr>
          <a:xfrm>
            <a:off x="4456785" y="612647"/>
            <a:ext cx="2363724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🔍  部門名・コードで検索</a:t>
            </a:r>
          </a:p>
        </p:txBody>
      </p:sp>
      <p:sp>
        <p:nvSpPr>
          <p:cNvPr id="16" name="addbtn"/>
          <p:cNvSpPr txBox="1"/>
          <p:nvPr/>
        </p:nvSpPr>
        <p:spPr>
          <a:xfrm>
            <a:off x="7030821" y="576072"/>
            <a:ext cx="749808" cy="292608"/>
          </a:xfrm>
          <a:prstGeom prst="roundRect">
            <a:avLst>
              <a:gd name="adj" fmla="val 18547"/>
            </a:avLst>
          </a:prstGeom>
          <a:solidFill>
            <a:srgbClr val="2D3748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部門追加</a:t>
            </a:r>
          </a:p>
        </p:txBody>
      </p:sp>
      <p:sp>
        <p:nvSpPr>
          <p:cNvPr id="17" name="count"/>
          <p:cNvSpPr txBox="1"/>
          <p:nvPr/>
        </p:nvSpPr>
        <p:spPr>
          <a:xfrm>
            <a:off x="4383633" y="941832"/>
            <a:ext cx="3424427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全  4  件</a:t>
            </a:r>
          </a:p>
        </p:txBody>
      </p:sp>
      <p:sp>
        <p:nvSpPr>
          <p:cNvPr id="18" name="thdr"/>
          <p:cNvSpPr txBox="1"/>
          <p:nvPr/>
        </p:nvSpPr>
        <p:spPr>
          <a:xfrm>
            <a:off x="4182465" y="1188719"/>
            <a:ext cx="3826763" cy="274320"/>
          </a:xfrm>
          <a:prstGeom prst="rect">
            <a:avLst/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9" name="hdr19"/>
          <p:cNvSpPr txBox="1"/>
          <p:nvPr/>
        </p:nvSpPr>
        <p:spPr>
          <a:xfrm>
            <a:off x="4383633" y="1234439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部門ID</a:t>
            </a:r>
          </a:p>
        </p:txBody>
      </p:sp>
      <p:sp>
        <p:nvSpPr>
          <p:cNvPr id="20" name="hdr20"/>
          <p:cNvSpPr txBox="1"/>
          <p:nvPr/>
        </p:nvSpPr>
        <p:spPr>
          <a:xfrm>
            <a:off x="5115153" y="1234439"/>
            <a:ext cx="128016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部門コード</a:t>
            </a:r>
          </a:p>
        </p:txBody>
      </p:sp>
      <p:sp>
        <p:nvSpPr>
          <p:cNvPr id="21" name="hdr21"/>
          <p:cNvSpPr txBox="1"/>
          <p:nvPr/>
        </p:nvSpPr>
        <p:spPr>
          <a:xfrm>
            <a:off x="6486753" y="1234439"/>
            <a:ext cx="128016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部門名</a:t>
            </a:r>
          </a:p>
        </p:txBody>
      </p:sp>
      <p:sp>
        <p:nvSpPr>
          <p:cNvPr id="22" name="div"/>
          <p:cNvSpPr txBox="1"/>
          <p:nvPr/>
        </p:nvSpPr>
        <p:spPr>
          <a:xfrm>
            <a:off x="4182465" y="1481328"/>
            <a:ext cx="3826763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3" name="did23"/>
          <p:cNvSpPr txBox="1"/>
          <p:nvPr/>
        </p:nvSpPr>
        <p:spPr>
          <a:xfrm>
            <a:off x="4383633" y="1554480"/>
            <a:ext cx="64008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</a:p>
        </p:txBody>
      </p:sp>
      <p:sp>
        <p:nvSpPr>
          <p:cNvPr id="24" name="dcd24"/>
          <p:cNvSpPr txBox="1"/>
          <p:nvPr/>
        </p:nvSpPr>
        <p:spPr>
          <a:xfrm>
            <a:off x="5115153" y="1554480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DEPT001</a:t>
            </a:r>
          </a:p>
        </p:txBody>
      </p:sp>
      <p:sp>
        <p:nvSpPr>
          <p:cNvPr id="25" name="dnm25"/>
          <p:cNvSpPr txBox="1"/>
          <p:nvPr/>
        </p:nvSpPr>
        <p:spPr>
          <a:xfrm>
            <a:off x="6486753" y="1554480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26" name="div"/>
          <p:cNvSpPr txBox="1"/>
          <p:nvPr/>
        </p:nvSpPr>
        <p:spPr>
          <a:xfrm>
            <a:off x="4182465" y="1865376"/>
            <a:ext cx="3826763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7" name="did27"/>
          <p:cNvSpPr txBox="1"/>
          <p:nvPr/>
        </p:nvSpPr>
        <p:spPr>
          <a:xfrm>
            <a:off x="4383633" y="1938528"/>
            <a:ext cx="64008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</a:t>
            </a:r>
          </a:p>
        </p:txBody>
      </p:sp>
      <p:sp>
        <p:nvSpPr>
          <p:cNvPr id="28" name="dcd28"/>
          <p:cNvSpPr txBox="1"/>
          <p:nvPr/>
        </p:nvSpPr>
        <p:spPr>
          <a:xfrm>
            <a:off x="5115153" y="1938528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DEPT002</a:t>
            </a:r>
          </a:p>
        </p:txBody>
      </p:sp>
      <p:sp>
        <p:nvSpPr>
          <p:cNvPr id="29" name="dnm29"/>
          <p:cNvSpPr txBox="1"/>
          <p:nvPr/>
        </p:nvSpPr>
        <p:spPr>
          <a:xfrm>
            <a:off x="6486753" y="1938528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30" name="div"/>
          <p:cNvSpPr txBox="1"/>
          <p:nvPr/>
        </p:nvSpPr>
        <p:spPr>
          <a:xfrm>
            <a:off x="4182465" y="2249424"/>
            <a:ext cx="3826763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1" name="did31"/>
          <p:cNvSpPr txBox="1"/>
          <p:nvPr/>
        </p:nvSpPr>
        <p:spPr>
          <a:xfrm>
            <a:off x="4383633" y="2322576"/>
            <a:ext cx="64008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</a:t>
            </a:r>
          </a:p>
        </p:txBody>
      </p:sp>
      <p:sp>
        <p:nvSpPr>
          <p:cNvPr id="32" name="dcd32"/>
          <p:cNvSpPr txBox="1"/>
          <p:nvPr/>
        </p:nvSpPr>
        <p:spPr>
          <a:xfrm>
            <a:off x="5115153" y="2322576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DEPT003</a:t>
            </a:r>
          </a:p>
        </p:txBody>
      </p:sp>
      <p:sp>
        <p:nvSpPr>
          <p:cNvPr id="33" name="dnm33"/>
          <p:cNvSpPr txBox="1"/>
          <p:nvPr/>
        </p:nvSpPr>
        <p:spPr>
          <a:xfrm>
            <a:off x="6486753" y="2322576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人事部</a:t>
            </a:r>
          </a:p>
        </p:txBody>
      </p:sp>
      <p:sp>
        <p:nvSpPr>
          <p:cNvPr id="34" name="div"/>
          <p:cNvSpPr txBox="1"/>
          <p:nvPr/>
        </p:nvSpPr>
        <p:spPr>
          <a:xfrm>
            <a:off x="4182465" y="2633472"/>
            <a:ext cx="3826763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35" name="did35"/>
          <p:cNvSpPr txBox="1"/>
          <p:nvPr/>
        </p:nvSpPr>
        <p:spPr>
          <a:xfrm>
            <a:off x="4383633" y="2706624"/>
            <a:ext cx="64008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4</a:t>
            </a:r>
          </a:p>
        </p:txBody>
      </p:sp>
      <p:sp>
        <p:nvSpPr>
          <p:cNvPr id="36" name="dcd36"/>
          <p:cNvSpPr txBox="1"/>
          <p:nvPr/>
        </p:nvSpPr>
        <p:spPr>
          <a:xfrm>
            <a:off x="5115153" y="2706624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DEPT004</a:t>
            </a:r>
          </a:p>
        </p:txBody>
      </p:sp>
      <p:sp>
        <p:nvSpPr>
          <p:cNvPr id="37" name="dnm37"/>
          <p:cNvSpPr txBox="1"/>
          <p:nvPr/>
        </p:nvSpPr>
        <p:spPr>
          <a:xfrm>
            <a:off x="6486753" y="2706624"/>
            <a:ext cx="12801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総務部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←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部門登録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14" name="formcard"/>
          <p:cNvSpPr txBox="1"/>
          <p:nvPr/>
        </p:nvSpPr>
        <p:spPr>
          <a:xfrm>
            <a:off x="4182465" y="548640"/>
            <a:ext cx="3826763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sechdr"/>
          <p:cNvSpPr txBox="1"/>
          <p:nvPr/>
        </p:nvSpPr>
        <p:spPr>
          <a:xfrm>
            <a:off x="4182465" y="548640"/>
            <a:ext cx="3826763" cy="329184"/>
          </a:xfrm>
          <a:prstGeom prst="rect">
            <a:avLst/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6" name="sec"/>
          <p:cNvSpPr txBox="1"/>
          <p:nvPr/>
        </p:nvSpPr>
        <p:spPr>
          <a:xfrm>
            <a:off x="4383633" y="621792"/>
            <a:ext cx="3424427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00" b="1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部門情報の入力</a:t>
            </a:r>
          </a:p>
        </p:txBody>
      </p:sp>
      <p:sp>
        <p:nvSpPr>
          <p:cNvPr id="18" name="lbl18"/>
          <p:cNvSpPr txBox="1"/>
          <p:nvPr/>
        </p:nvSpPr>
        <p:spPr>
          <a:xfrm>
            <a:off x="4383633" y="960120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部門ID</a:t>
            </a:r>
          </a:p>
        </p:txBody>
      </p:sp>
      <p:sp>
        <p:nvSpPr>
          <p:cNvPr id="19" name="inp18"/>
          <p:cNvSpPr txBox="1"/>
          <p:nvPr/>
        </p:nvSpPr>
        <p:spPr>
          <a:xfrm>
            <a:off x="4383633" y="1133856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自動採番（入力不要）</a:t>
            </a:r>
          </a:p>
        </p:txBody>
      </p:sp>
      <p:sp>
        <p:nvSpPr>
          <p:cNvPr id="20" name="lbl20"/>
          <p:cNvSpPr txBox="1"/>
          <p:nvPr/>
        </p:nvSpPr>
        <p:spPr>
          <a:xfrm>
            <a:off x="4383633" y="1481328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部門コード  *</a:t>
            </a:r>
          </a:p>
        </p:txBody>
      </p:sp>
      <p:sp>
        <p:nvSpPr>
          <p:cNvPr id="21" name="inp20"/>
          <p:cNvSpPr txBox="1"/>
          <p:nvPr/>
        </p:nvSpPr>
        <p:spPr>
          <a:xfrm>
            <a:off x="4383633" y="1655064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例）DEPT001</a:t>
            </a:r>
          </a:p>
        </p:txBody>
      </p:sp>
      <p:sp>
        <p:nvSpPr>
          <p:cNvPr id="22" name="lbl22"/>
          <p:cNvSpPr txBox="1"/>
          <p:nvPr/>
        </p:nvSpPr>
        <p:spPr>
          <a:xfrm>
            <a:off x="4383633" y="2002536"/>
            <a:ext cx="3424427" cy="173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CC00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部門名  *</a:t>
            </a:r>
          </a:p>
        </p:txBody>
      </p:sp>
      <p:sp>
        <p:nvSpPr>
          <p:cNvPr id="23" name="inp22"/>
          <p:cNvSpPr txBox="1"/>
          <p:nvPr/>
        </p:nvSpPr>
        <p:spPr>
          <a:xfrm>
            <a:off x="4383633" y="2176272"/>
            <a:ext cx="3424427" cy="27432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例）営業部</a:t>
            </a:r>
          </a:p>
        </p:txBody>
      </p:sp>
      <p:sp>
        <p:nvSpPr>
          <p:cNvPr id="24" name="cancel"/>
          <p:cNvSpPr txBox="1"/>
          <p:nvPr/>
        </p:nvSpPr>
        <p:spPr>
          <a:xfrm>
            <a:off x="4383633" y="2569463"/>
            <a:ext cx="1666493" cy="320040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キャンセル</a:t>
            </a:r>
          </a:p>
        </p:txBody>
      </p:sp>
      <p:sp>
        <p:nvSpPr>
          <p:cNvPr id="25" name="submit"/>
          <p:cNvSpPr txBox="1"/>
          <p:nvPr/>
        </p:nvSpPr>
        <p:spPr>
          <a:xfrm>
            <a:off x="6141567" y="2569463"/>
            <a:ext cx="1666493" cy="320040"/>
          </a:xfrm>
          <a:prstGeom prst="roundRect">
            <a:avLst>
              <a:gd name="adj" fmla="val 18547"/>
            </a:avLst>
          </a:prstGeom>
          <a:solidFill>
            <a:srgbClr val="2D3748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登録する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☰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50" name="botnav"/>
          <p:cNvSpPr txBox="1"/>
          <p:nvPr/>
        </p:nvSpPr>
        <p:spPr>
          <a:xfrm>
            <a:off x="4182465" y="6382512"/>
            <a:ext cx="3826763" cy="475488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51" name="bn0"/>
          <p:cNvSpPr txBox="1"/>
          <p:nvPr/>
        </p:nvSpPr>
        <p:spPr>
          <a:xfrm>
            <a:off x="4500219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🏠</a:t>
            </a:r>
          </a:p>
        </p:txBody>
      </p:sp>
      <p:sp>
        <p:nvSpPr>
          <p:cNvPr id="52" name="bnl0"/>
          <p:cNvSpPr txBox="1"/>
          <p:nvPr/>
        </p:nvSpPr>
        <p:spPr>
          <a:xfrm>
            <a:off x="4500219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53" name="bn1"/>
          <p:cNvSpPr txBox="1"/>
          <p:nvPr/>
        </p:nvSpPr>
        <p:spPr>
          <a:xfrm>
            <a:off x="5775807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📋</a:t>
            </a:r>
          </a:p>
        </p:txBody>
      </p:sp>
      <p:sp>
        <p:nvSpPr>
          <p:cNvPr id="54" name="bnl1"/>
          <p:cNvSpPr txBox="1"/>
          <p:nvPr/>
        </p:nvSpPr>
        <p:spPr>
          <a:xfrm>
            <a:off x="5775807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部門一覧</a:t>
            </a:r>
          </a:p>
        </p:txBody>
      </p:sp>
      <p:sp>
        <p:nvSpPr>
          <p:cNvPr id="55" name="bn2"/>
          <p:cNvSpPr txBox="1"/>
          <p:nvPr/>
        </p:nvSpPr>
        <p:spPr>
          <a:xfrm>
            <a:off x="7051395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👤</a:t>
            </a:r>
          </a:p>
        </p:txBody>
      </p:sp>
      <p:sp>
        <p:nvSpPr>
          <p:cNvPr id="56" name="bnl2"/>
          <p:cNvSpPr txBox="1"/>
          <p:nvPr/>
        </p:nvSpPr>
        <p:spPr>
          <a:xfrm>
            <a:off x="7051395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プロフィール</a:t>
            </a:r>
          </a:p>
        </p:txBody>
      </p:sp>
      <p:sp>
        <p:nvSpPr>
          <p:cNvPr id="14" name="srch"/>
          <p:cNvSpPr txBox="1"/>
          <p:nvPr/>
        </p:nvSpPr>
        <p:spPr>
          <a:xfrm>
            <a:off x="4383633" y="576072"/>
            <a:ext cx="3424427" cy="292608"/>
          </a:xfrm>
          <a:prstGeom prst="roundRect">
            <a:avLst>
              <a:gd name="adj" fmla="val 18547"/>
            </a:avLst>
          </a:prstGeom>
          <a:solidFill>
            <a:srgbClr val="F0EFED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5" name="srchtxt"/>
          <p:cNvSpPr txBox="1"/>
          <p:nvPr/>
        </p:nvSpPr>
        <p:spPr>
          <a:xfrm>
            <a:off x="4456785" y="612647"/>
            <a:ext cx="3278123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999999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🔍  氏名・社員番号で検索</a:t>
            </a:r>
          </a:p>
        </p:txBody>
      </p:sp>
      <p:sp>
        <p:nvSpPr>
          <p:cNvPr id="16" name="card16"/>
          <p:cNvSpPr txBox="1"/>
          <p:nvPr/>
        </p:nvSpPr>
        <p:spPr>
          <a:xfrm>
            <a:off x="4383633" y="941832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17" name="eno17"/>
          <p:cNvSpPr txBox="1"/>
          <p:nvPr/>
        </p:nvSpPr>
        <p:spPr>
          <a:xfrm>
            <a:off x="4475073" y="996696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</p:txBody>
      </p:sp>
      <p:sp>
        <p:nvSpPr>
          <p:cNvPr id="18" name="nm18"/>
          <p:cNvSpPr txBox="1"/>
          <p:nvPr/>
        </p:nvSpPr>
        <p:spPr>
          <a:xfrm>
            <a:off x="4475073" y="1179576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19" name="dept19"/>
          <p:cNvSpPr txBox="1"/>
          <p:nvPr/>
        </p:nvSpPr>
        <p:spPr>
          <a:xfrm>
            <a:off x="4475073" y="1362456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20" name="badge20"/>
          <p:cNvSpPr txBox="1"/>
          <p:nvPr/>
        </p:nvSpPr>
        <p:spPr>
          <a:xfrm>
            <a:off x="6985101" y="996696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1" name="card21"/>
          <p:cNvSpPr txBox="1"/>
          <p:nvPr/>
        </p:nvSpPr>
        <p:spPr>
          <a:xfrm>
            <a:off x="4383633" y="1609344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2" name="eno22"/>
          <p:cNvSpPr txBox="1"/>
          <p:nvPr/>
        </p:nvSpPr>
        <p:spPr>
          <a:xfrm>
            <a:off x="4475073" y="1664208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EMP002</a:t>
            </a:r>
          </a:p>
        </p:txBody>
      </p:sp>
      <p:sp>
        <p:nvSpPr>
          <p:cNvPr id="23" name="nm23"/>
          <p:cNvSpPr txBox="1"/>
          <p:nvPr/>
        </p:nvSpPr>
        <p:spPr>
          <a:xfrm>
            <a:off x="4475073" y="1847088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鈴木 花子</a:t>
            </a:r>
          </a:p>
        </p:txBody>
      </p:sp>
      <p:sp>
        <p:nvSpPr>
          <p:cNvPr id="24" name="dept24"/>
          <p:cNvSpPr txBox="1"/>
          <p:nvPr/>
        </p:nvSpPr>
        <p:spPr>
          <a:xfrm>
            <a:off x="4475073" y="2029968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25" name="badge25"/>
          <p:cNvSpPr txBox="1"/>
          <p:nvPr/>
        </p:nvSpPr>
        <p:spPr>
          <a:xfrm>
            <a:off x="6985101" y="1664208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6" name="card26"/>
          <p:cNvSpPr txBox="1"/>
          <p:nvPr/>
        </p:nvSpPr>
        <p:spPr>
          <a:xfrm>
            <a:off x="4383633" y="2276856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27" name="eno27"/>
          <p:cNvSpPr txBox="1"/>
          <p:nvPr/>
        </p:nvSpPr>
        <p:spPr>
          <a:xfrm>
            <a:off x="4475073" y="2331720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EMP003</a:t>
            </a:r>
          </a:p>
        </p:txBody>
      </p:sp>
      <p:sp>
        <p:nvSpPr>
          <p:cNvPr id="28" name="nm28"/>
          <p:cNvSpPr txBox="1"/>
          <p:nvPr/>
        </p:nvSpPr>
        <p:spPr>
          <a:xfrm>
            <a:off x="4475073" y="2514600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中村 勇気</a:t>
            </a:r>
          </a:p>
        </p:txBody>
      </p:sp>
      <p:sp>
        <p:nvSpPr>
          <p:cNvPr id="29" name="dept29"/>
          <p:cNvSpPr txBox="1"/>
          <p:nvPr/>
        </p:nvSpPr>
        <p:spPr>
          <a:xfrm>
            <a:off x="4475073" y="2697480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人事部</a:t>
            </a:r>
          </a:p>
        </p:txBody>
      </p:sp>
      <p:sp>
        <p:nvSpPr>
          <p:cNvPr id="30" name="badge30"/>
          <p:cNvSpPr txBox="1"/>
          <p:nvPr/>
        </p:nvSpPr>
        <p:spPr>
          <a:xfrm>
            <a:off x="6985101" y="2331720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FFF8E1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A0780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休職</a:t>
            </a:r>
          </a:p>
        </p:txBody>
      </p:sp>
      <p:sp>
        <p:nvSpPr>
          <p:cNvPr id="31" name="card31"/>
          <p:cNvSpPr txBox="1"/>
          <p:nvPr/>
        </p:nvSpPr>
        <p:spPr>
          <a:xfrm>
            <a:off x="4383633" y="2944368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32" name="eno32"/>
          <p:cNvSpPr txBox="1"/>
          <p:nvPr/>
        </p:nvSpPr>
        <p:spPr>
          <a:xfrm>
            <a:off x="4475073" y="2999232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EMP004</a:t>
            </a:r>
          </a:p>
        </p:txBody>
      </p:sp>
      <p:sp>
        <p:nvSpPr>
          <p:cNvPr id="33" name="nm33"/>
          <p:cNvSpPr txBox="1"/>
          <p:nvPr/>
        </p:nvSpPr>
        <p:spPr>
          <a:xfrm>
            <a:off x="4475073" y="3182112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John Smith</a:t>
            </a:r>
          </a:p>
        </p:txBody>
      </p:sp>
      <p:sp>
        <p:nvSpPr>
          <p:cNvPr id="34" name="dept34"/>
          <p:cNvSpPr txBox="1"/>
          <p:nvPr/>
        </p:nvSpPr>
        <p:spPr>
          <a:xfrm>
            <a:off x="4475073" y="3364992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35" name="badge35"/>
          <p:cNvSpPr txBox="1"/>
          <p:nvPr/>
        </p:nvSpPr>
        <p:spPr>
          <a:xfrm>
            <a:off x="6985101" y="2999232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EAF4EA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2D7A3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36" name="card36"/>
          <p:cNvSpPr txBox="1"/>
          <p:nvPr/>
        </p:nvSpPr>
        <p:spPr>
          <a:xfrm>
            <a:off x="4383633" y="3611880"/>
            <a:ext cx="342442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37" name="eno37"/>
          <p:cNvSpPr txBox="1"/>
          <p:nvPr/>
        </p:nvSpPr>
        <p:spPr>
          <a:xfrm>
            <a:off x="4475073" y="3666744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EMP005</a:t>
            </a:r>
          </a:p>
        </p:txBody>
      </p:sp>
      <p:sp>
        <p:nvSpPr>
          <p:cNvPr id="38" name="nm38"/>
          <p:cNvSpPr txBox="1"/>
          <p:nvPr/>
        </p:nvSpPr>
        <p:spPr>
          <a:xfrm>
            <a:off x="4475073" y="3849624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1A1A1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佐藤 静香</a:t>
            </a:r>
          </a:p>
        </p:txBody>
      </p:sp>
      <p:sp>
        <p:nvSpPr>
          <p:cNvPr id="39" name="dept39"/>
          <p:cNvSpPr txBox="1"/>
          <p:nvPr/>
        </p:nvSpPr>
        <p:spPr>
          <a:xfrm>
            <a:off x="4475073" y="4032504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40" name="badge40"/>
          <p:cNvSpPr txBox="1"/>
          <p:nvPr/>
        </p:nvSpPr>
        <p:spPr>
          <a:xfrm>
            <a:off x="6985101" y="3666744"/>
            <a:ext cx="731520" cy="201168"/>
          </a:xfrm>
          <a:prstGeom prst="roundRect">
            <a:avLst>
              <a:gd name="adj" fmla="val 18547"/>
            </a:avLst>
          </a:prstGeom>
          <a:solidFill>
            <a:srgbClr val="F5F5F5"/>
          </a:solidFill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888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退職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800" name="overlay"/>
          <p:cNvSpPr txBox="1"/>
          <p:nvPr/>
        </p:nvSpPr>
        <p:spPr>
          <a:xfrm>
            <a:off x="4182465" y="0"/>
            <a:ext cx="3826763" cy="6858000"/>
          </a:xfrm>
          <a:prstGeom prst="rect">
            <a:avLst/>
          </a:prstGeom>
          <a:solidFill>
            <a:srgbClr val="000000">
              <a:alpha val="12000"/>
            </a:srgbClr>
          </a:solidFill>
        </p:spPr>
        <p:txBody>
          <a:bodyPr/>
          <a:lstStyle/>
          <a:p/>
        </p:txBody>
      </p:sp>
      <p:sp>
        <p:nvSpPr>
          <p:cNvPr id="810" name="ddmenu"/>
          <p:cNvSpPr txBox="1"/>
          <p:nvPr/>
        </p:nvSpPr>
        <p:spPr>
          <a:xfrm>
            <a:off x="7003389" y="438912"/>
            <a:ext cx="914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8E8E8"/>
            </a:solidFill>
          </a:ln>
        </p:spPr>
        <p:txBody>
          <a:bodyPr/>
          <a:lstStyle/>
          <a:p/>
        </p:txBody>
      </p:sp>
      <p:sp>
        <p:nvSpPr>
          <p:cNvPr id="811" name="ddbg"/>
          <p:cNvSpPr txBox="1"/>
          <p:nvPr/>
        </p:nvSpPr>
        <p:spPr>
          <a:xfrm>
            <a:off x="7003389" y="438912"/>
            <a:ext cx="914400" cy="347472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/>
        </p:txBody>
      </p:sp>
      <p:sp>
        <p:nvSpPr>
          <p:cNvPr id="812" name="optjp"/>
          <p:cNvSpPr txBox="1"/>
          <p:nvPr/>
        </p:nvSpPr>
        <p:spPr>
          <a:xfrm>
            <a:off x="7094829" y="512063"/>
            <a:ext cx="8229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b="1" dirty="0">
                <a:solidFill>
                  <a:srgbClr val="2B5BA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日本語  ✓</a:t>
            </a:r>
          </a:p>
        </p:txBody>
      </p:sp>
      <p:sp>
        <p:nvSpPr>
          <p:cNvPr id="813" name="div"/>
          <p:cNvSpPr txBox="1"/>
          <p:nvPr/>
        </p:nvSpPr>
        <p:spPr>
          <a:xfrm>
            <a:off x="7003389" y="804672"/>
            <a:ext cx="914400" cy="7315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814" name="opten"/>
          <p:cNvSpPr txBox="1"/>
          <p:nvPr/>
        </p:nvSpPr>
        <p:spPr>
          <a:xfrm>
            <a:off x="7094829" y="896112"/>
            <a:ext cx="822960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50" dirty="0">
                <a:solidFill>
                  <a:srgbClr val="555555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English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rkbg"/>
          <p:cNvSpPr txBox="1"/>
          <p:nvPr/>
        </p:nvSpPr>
        <p:spPr>
          <a:xfrm>
            <a:off x="4182465" y="0"/>
            <a:ext cx="3826763" cy="6858000"/>
          </a:xfrm>
          <a:prstGeom prst="rect">
            <a:avLst/>
          </a:prstGeom>
          <a:solidFill>
            <a:srgbClr val="0F1117"/>
          </a:solidFill>
        </p:spPr>
        <p:txBody>
          <a:bodyPr/>
          <a:lstStyle/>
          <a:p/>
        </p:txBody>
      </p:sp>
      <p:sp>
        <p:nvSpPr>
          <p:cNvPr id="10" name="topbg"/>
          <p:cNvSpPr txBox="1"/>
          <p:nvPr/>
        </p:nvSpPr>
        <p:spPr>
          <a:xfrm>
            <a:off x="4182465" y="0"/>
            <a:ext cx="3826763" cy="43891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11" name="leftico"/>
          <p:cNvSpPr txBox="1"/>
          <p:nvPr/>
        </p:nvSpPr>
        <p:spPr>
          <a:xfrm>
            <a:off x="4292193" y="91440"/>
            <a:ext cx="2743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☰</a:t>
            </a:r>
          </a:p>
        </p:txBody>
      </p:sp>
      <p:sp>
        <p:nvSpPr>
          <p:cNvPr id="12" name="topttl"/>
          <p:cNvSpPr txBox="1"/>
          <p:nvPr/>
        </p:nvSpPr>
        <p:spPr>
          <a:xfrm>
            <a:off x="4639665" y="91440"/>
            <a:ext cx="2103120" cy="25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10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13" name="jpbtn"/>
          <p:cNvSpPr txBox="1"/>
          <p:nvPr/>
        </p:nvSpPr>
        <p:spPr>
          <a:xfrm>
            <a:off x="7323429" y="91440"/>
            <a:ext cx="548640" cy="256032"/>
          </a:xfrm>
          <a:prstGeom prst="roundRect">
            <a:avLst>
              <a:gd name="adj" fmla="val 18547"/>
            </a:avLst>
          </a:prstGeom>
          <a:solidFill>
            <a:srgbClr val="2D3148"/>
          </a:solidFill>
          <a:ln>
            <a:solidFill>
              <a:srgbClr val="2D314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JP ▼</a:t>
            </a:r>
          </a:p>
        </p:txBody>
      </p:sp>
      <p:sp>
        <p:nvSpPr>
          <p:cNvPr id="50" name="botnav"/>
          <p:cNvSpPr txBox="1"/>
          <p:nvPr/>
        </p:nvSpPr>
        <p:spPr>
          <a:xfrm>
            <a:off x="4182465" y="6382512"/>
            <a:ext cx="3826763" cy="475488"/>
          </a:xfrm>
          <a:prstGeom prst="rect">
            <a:avLst/>
          </a:prstGeom>
          <a:solidFill>
            <a:srgbClr val="12151F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51" name="bn0"/>
          <p:cNvSpPr txBox="1"/>
          <p:nvPr/>
        </p:nvSpPr>
        <p:spPr>
          <a:xfrm>
            <a:off x="4500219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🏠</a:t>
            </a:r>
          </a:p>
        </p:txBody>
      </p:sp>
      <p:sp>
        <p:nvSpPr>
          <p:cNvPr id="52" name="bnl0"/>
          <p:cNvSpPr txBox="1"/>
          <p:nvPr/>
        </p:nvSpPr>
        <p:spPr>
          <a:xfrm>
            <a:off x="4500219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社員一覧</a:t>
            </a:r>
          </a:p>
        </p:txBody>
      </p:sp>
      <p:sp>
        <p:nvSpPr>
          <p:cNvPr id="53" name="bn1"/>
          <p:cNvSpPr txBox="1"/>
          <p:nvPr/>
        </p:nvSpPr>
        <p:spPr>
          <a:xfrm>
            <a:off x="5775807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📋</a:t>
            </a:r>
          </a:p>
        </p:txBody>
      </p:sp>
      <p:sp>
        <p:nvSpPr>
          <p:cNvPr id="54" name="bnl1"/>
          <p:cNvSpPr txBox="1"/>
          <p:nvPr/>
        </p:nvSpPr>
        <p:spPr>
          <a:xfrm>
            <a:off x="5775807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部門一覧</a:t>
            </a:r>
          </a:p>
        </p:txBody>
      </p:sp>
      <p:sp>
        <p:nvSpPr>
          <p:cNvPr id="55" name="bn2"/>
          <p:cNvSpPr txBox="1"/>
          <p:nvPr/>
        </p:nvSpPr>
        <p:spPr>
          <a:xfrm>
            <a:off x="7051395" y="6437376"/>
            <a:ext cx="64008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👤</a:t>
            </a:r>
          </a:p>
        </p:txBody>
      </p:sp>
      <p:sp>
        <p:nvSpPr>
          <p:cNvPr id="56" name="bnl2"/>
          <p:cNvSpPr txBox="1"/>
          <p:nvPr/>
        </p:nvSpPr>
        <p:spPr>
          <a:xfrm>
            <a:off x="7051395" y="6629400"/>
            <a:ext cx="64008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50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プロフィール</a:t>
            </a:r>
          </a:p>
        </p:txBody>
      </p:sp>
      <p:sp>
        <p:nvSpPr>
          <p:cNvPr id="14" name="srch"/>
          <p:cNvSpPr txBox="1"/>
          <p:nvPr/>
        </p:nvSpPr>
        <p:spPr>
          <a:xfrm>
            <a:off x="4383633" y="576072"/>
            <a:ext cx="3424427" cy="292608"/>
          </a:xfrm>
          <a:prstGeom prst="roundRect">
            <a:avLst>
              <a:gd name="adj" fmla="val 18547"/>
            </a:avLst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15" name="srchtxt"/>
          <p:cNvSpPr txBox="1"/>
          <p:nvPr/>
        </p:nvSpPr>
        <p:spPr>
          <a:xfrm>
            <a:off x="4456785" y="612647"/>
            <a:ext cx="3278123" cy="21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800" dirty="0">
                <a:solidFill>
                  <a:srgbClr val="4A5568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🔍  氏名・社員番号で検索</a:t>
            </a:r>
          </a:p>
        </p:txBody>
      </p:sp>
      <p:sp>
        <p:nvSpPr>
          <p:cNvPr id="16" name="card16"/>
          <p:cNvSpPr txBox="1"/>
          <p:nvPr/>
        </p:nvSpPr>
        <p:spPr>
          <a:xfrm>
            <a:off x="4383633" y="941832"/>
            <a:ext cx="3424427" cy="62179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17" name="hover"/>
          <p:cNvSpPr txBox="1"/>
          <p:nvPr/>
        </p:nvSpPr>
        <p:spPr>
          <a:xfrm>
            <a:off x="4383633" y="941832"/>
            <a:ext cx="3424427" cy="621792"/>
          </a:xfrm>
          <a:prstGeom prst="rect">
            <a:avLst/>
          </a:prstGeom>
          <a:solidFill>
            <a:srgbClr val="1E2235"/>
          </a:solidFill>
        </p:spPr>
        <p:txBody>
          <a:bodyPr/>
          <a:lstStyle/>
          <a:p/>
        </p:txBody>
      </p:sp>
      <p:sp>
        <p:nvSpPr>
          <p:cNvPr id="18" name="eno18"/>
          <p:cNvSpPr txBox="1"/>
          <p:nvPr/>
        </p:nvSpPr>
        <p:spPr>
          <a:xfrm>
            <a:off x="4475073" y="996696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EMP001</a:t>
            </a:r>
          </a:p>
        </p:txBody>
      </p:sp>
      <p:sp>
        <p:nvSpPr>
          <p:cNvPr id="19" name="nm19"/>
          <p:cNvSpPr txBox="1"/>
          <p:nvPr/>
        </p:nvSpPr>
        <p:spPr>
          <a:xfrm>
            <a:off x="4475073" y="1179576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田中 太郎</a:t>
            </a:r>
          </a:p>
        </p:txBody>
      </p:sp>
      <p:sp>
        <p:nvSpPr>
          <p:cNvPr id="20" name="dept20"/>
          <p:cNvSpPr txBox="1"/>
          <p:nvPr/>
        </p:nvSpPr>
        <p:spPr>
          <a:xfrm>
            <a:off x="4475073" y="1362456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92B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21" name="stbg21"/>
          <p:cNvSpPr txBox="1"/>
          <p:nvPr/>
        </p:nvSpPr>
        <p:spPr>
          <a:xfrm>
            <a:off x="6985101" y="996696"/>
            <a:ext cx="749808" cy="201168"/>
          </a:xfrm>
          <a:prstGeom prst="roundRect">
            <a:avLst>
              <a:gd name="adj" fmla="val 18547"/>
            </a:avLst>
          </a:prstGeom>
          <a:solidFill>
            <a:srgbClr val="1A2E1A"/>
          </a:solidFill>
        </p:spPr>
        <p:txBody>
          <a:bodyPr/>
          <a:lstStyle/>
          <a:p/>
        </p:txBody>
      </p:sp>
      <p:sp>
        <p:nvSpPr>
          <p:cNvPr id="22" name="st22"/>
          <p:cNvSpPr txBox="1"/>
          <p:nvPr/>
        </p:nvSpPr>
        <p:spPr>
          <a:xfrm>
            <a:off x="7003389" y="1014984"/>
            <a:ext cx="713232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" dirty="0">
                <a:solidFill>
                  <a:srgbClr val="68D39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3" name="card23"/>
          <p:cNvSpPr txBox="1"/>
          <p:nvPr/>
        </p:nvSpPr>
        <p:spPr>
          <a:xfrm>
            <a:off x="4383633" y="1609344"/>
            <a:ext cx="3424427" cy="62179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24" name="eno24"/>
          <p:cNvSpPr txBox="1"/>
          <p:nvPr/>
        </p:nvSpPr>
        <p:spPr>
          <a:xfrm>
            <a:off x="4475073" y="1664208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EMP002</a:t>
            </a:r>
          </a:p>
        </p:txBody>
      </p:sp>
      <p:sp>
        <p:nvSpPr>
          <p:cNvPr id="25" name="nm25"/>
          <p:cNvSpPr txBox="1"/>
          <p:nvPr/>
        </p:nvSpPr>
        <p:spPr>
          <a:xfrm>
            <a:off x="4475073" y="1847088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鈴木 花子</a:t>
            </a:r>
          </a:p>
        </p:txBody>
      </p:sp>
      <p:sp>
        <p:nvSpPr>
          <p:cNvPr id="26" name="dept26"/>
          <p:cNvSpPr txBox="1"/>
          <p:nvPr/>
        </p:nvSpPr>
        <p:spPr>
          <a:xfrm>
            <a:off x="4475073" y="2029968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92B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27" name="stbg27"/>
          <p:cNvSpPr txBox="1"/>
          <p:nvPr/>
        </p:nvSpPr>
        <p:spPr>
          <a:xfrm>
            <a:off x="6985101" y="1664208"/>
            <a:ext cx="749808" cy="201168"/>
          </a:xfrm>
          <a:prstGeom prst="roundRect">
            <a:avLst>
              <a:gd name="adj" fmla="val 18547"/>
            </a:avLst>
          </a:prstGeom>
          <a:solidFill>
            <a:srgbClr val="1A2E1A"/>
          </a:solidFill>
        </p:spPr>
        <p:txBody>
          <a:bodyPr/>
          <a:lstStyle/>
          <a:p/>
        </p:txBody>
      </p:sp>
      <p:sp>
        <p:nvSpPr>
          <p:cNvPr id="28" name="st28"/>
          <p:cNvSpPr txBox="1"/>
          <p:nvPr/>
        </p:nvSpPr>
        <p:spPr>
          <a:xfrm>
            <a:off x="7003389" y="1682496"/>
            <a:ext cx="713232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" dirty="0">
                <a:solidFill>
                  <a:srgbClr val="68D39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29" name="card29"/>
          <p:cNvSpPr txBox="1"/>
          <p:nvPr/>
        </p:nvSpPr>
        <p:spPr>
          <a:xfrm>
            <a:off x="4383633" y="2276856"/>
            <a:ext cx="3424427" cy="62179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30" name="eno30"/>
          <p:cNvSpPr txBox="1"/>
          <p:nvPr/>
        </p:nvSpPr>
        <p:spPr>
          <a:xfrm>
            <a:off x="4475073" y="2331720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EMP003</a:t>
            </a:r>
          </a:p>
        </p:txBody>
      </p:sp>
      <p:sp>
        <p:nvSpPr>
          <p:cNvPr id="31" name="nm31"/>
          <p:cNvSpPr txBox="1"/>
          <p:nvPr/>
        </p:nvSpPr>
        <p:spPr>
          <a:xfrm>
            <a:off x="4475073" y="2514600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中村 勇気</a:t>
            </a:r>
          </a:p>
        </p:txBody>
      </p:sp>
      <p:sp>
        <p:nvSpPr>
          <p:cNvPr id="32" name="dept32"/>
          <p:cNvSpPr txBox="1"/>
          <p:nvPr/>
        </p:nvSpPr>
        <p:spPr>
          <a:xfrm>
            <a:off x="4475073" y="2697480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92B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人事部</a:t>
            </a:r>
          </a:p>
        </p:txBody>
      </p:sp>
      <p:sp>
        <p:nvSpPr>
          <p:cNvPr id="33" name="stbg33"/>
          <p:cNvSpPr txBox="1"/>
          <p:nvPr/>
        </p:nvSpPr>
        <p:spPr>
          <a:xfrm>
            <a:off x="6985101" y="2331720"/>
            <a:ext cx="749808" cy="201168"/>
          </a:xfrm>
          <a:prstGeom prst="roundRect">
            <a:avLst>
              <a:gd name="adj" fmla="val 18547"/>
            </a:avLst>
          </a:prstGeom>
          <a:solidFill>
            <a:srgbClr val="2D2500"/>
          </a:solidFill>
        </p:spPr>
        <p:txBody>
          <a:bodyPr/>
          <a:lstStyle/>
          <a:p/>
        </p:txBody>
      </p:sp>
      <p:sp>
        <p:nvSpPr>
          <p:cNvPr id="34" name="st34"/>
          <p:cNvSpPr txBox="1"/>
          <p:nvPr/>
        </p:nvSpPr>
        <p:spPr>
          <a:xfrm>
            <a:off x="7003389" y="2350008"/>
            <a:ext cx="713232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" dirty="0">
                <a:solidFill>
                  <a:srgbClr val="F6D86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休職</a:t>
            </a:r>
          </a:p>
        </p:txBody>
      </p:sp>
      <p:sp>
        <p:nvSpPr>
          <p:cNvPr id="35" name="card35"/>
          <p:cNvSpPr txBox="1"/>
          <p:nvPr/>
        </p:nvSpPr>
        <p:spPr>
          <a:xfrm>
            <a:off x="4383633" y="2944368"/>
            <a:ext cx="3424427" cy="62179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36" name="eno36"/>
          <p:cNvSpPr txBox="1"/>
          <p:nvPr/>
        </p:nvSpPr>
        <p:spPr>
          <a:xfrm>
            <a:off x="4475073" y="2999232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EMP004</a:t>
            </a:r>
          </a:p>
        </p:txBody>
      </p:sp>
      <p:sp>
        <p:nvSpPr>
          <p:cNvPr id="37" name="nm37"/>
          <p:cNvSpPr txBox="1"/>
          <p:nvPr/>
        </p:nvSpPr>
        <p:spPr>
          <a:xfrm>
            <a:off x="4475073" y="3182112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John Smith</a:t>
            </a:r>
          </a:p>
        </p:txBody>
      </p:sp>
      <p:sp>
        <p:nvSpPr>
          <p:cNvPr id="38" name="dept38"/>
          <p:cNvSpPr txBox="1"/>
          <p:nvPr/>
        </p:nvSpPr>
        <p:spPr>
          <a:xfrm>
            <a:off x="4475073" y="3364992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92B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開発部</a:t>
            </a:r>
          </a:p>
        </p:txBody>
      </p:sp>
      <p:sp>
        <p:nvSpPr>
          <p:cNvPr id="39" name="stbg39"/>
          <p:cNvSpPr txBox="1"/>
          <p:nvPr/>
        </p:nvSpPr>
        <p:spPr>
          <a:xfrm>
            <a:off x="6985101" y="2999232"/>
            <a:ext cx="749808" cy="201168"/>
          </a:xfrm>
          <a:prstGeom prst="roundRect">
            <a:avLst>
              <a:gd name="adj" fmla="val 18547"/>
            </a:avLst>
          </a:prstGeom>
          <a:solidFill>
            <a:srgbClr val="1A2E1A"/>
          </a:solidFill>
        </p:spPr>
        <p:txBody>
          <a:bodyPr/>
          <a:lstStyle/>
          <a:p/>
        </p:txBody>
      </p:sp>
      <p:sp>
        <p:nvSpPr>
          <p:cNvPr id="40" name="st40"/>
          <p:cNvSpPr txBox="1"/>
          <p:nvPr/>
        </p:nvSpPr>
        <p:spPr>
          <a:xfrm>
            <a:off x="7003389" y="3017520"/>
            <a:ext cx="713232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" dirty="0">
                <a:solidFill>
                  <a:srgbClr val="68D391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在籍</a:t>
            </a:r>
          </a:p>
        </p:txBody>
      </p:sp>
      <p:sp>
        <p:nvSpPr>
          <p:cNvPr id="41" name="card41"/>
          <p:cNvSpPr txBox="1"/>
          <p:nvPr/>
        </p:nvSpPr>
        <p:spPr>
          <a:xfrm>
            <a:off x="4383633" y="3611880"/>
            <a:ext cx="3424427" cy="621792"/>
          </a:xfrm>
          <a:prstGeom prst="rect">
            <a:avLst/>
          </a:prstGeom>
          <a:solidFill>
            <a:srgbClr val="1A1D27"/>
          </a:solidFill>
          <a:ln>
            <a:solidFill>
              <a:srgbClr val="2D3148"/>
            </a:solidFill>
          </a:ln>
        </p:spPr>
        <p:txBody>
          <a:bodyPr/>
          <a:lstStyle/>
          <a:p/>
        </p:txBody>
      </p:sp>
      <p:sp>
        <p:nvSpPr>
          <p:cNvPr id="42" name="eno42"/>
          <p:cNvSpPr txBox="1"/>
          <p:nvPr/>
        </p:nvSpPr>
        <p:spPr>
          <a:xfrm>
            <a:off x="4475073" y="3666744"/>
            <a:ext cx="914400" cy="18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750" dirty="0">
                <a:solidFill>
                  <a:srgbClr val="7E9FD4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EMP005</a:t>
            </a:r>
          </a:p>
        </p:txBody>
      </p:sp>
      <p:sp>
        <p:nvSpPr>
          <p:cNvPr id="43" name="nm43"/>
          <p:cNvSpPr txBox="1"/>
          <p:nvPr/>
        </p:nvSpPr>
        <p:spPr>
          <a:xfrm>
            <a:off x="4475073" y="3849624"/>
            <a:ext cx="164592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950" b="1" dirty="0">
                <a:solidFill>
                  <a:srgbClr val="E8EAF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佐藤 静香</a:t>
            </a:r>
          </a:p>
        </p:txBody>
      </p:sp>
      <p:sp>
        <p:nvSpPr>
          <p:cNvPr id="44" name="dept44"/>
          <p:cNvSpPr txBox="1"/>
          <p:nvPr/>
        </p:nvSpPr>
        <p:spPr>
          <a:xfrm>
            <a:off x="4475073" y="4032504"/>
            <a:ext cx="914400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750" dirty="0">
                <a:solidFill>
                  <a:srgbClr val="8892B0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営業部</a:t>
            </a:r>
          </a:p>
        </p:txBody>
      </p:sp>
      <p:sp>
        <p:nvSpPr>
          <p:cNvPr id="45" name="stbg45"/>
          <p:cNvSpPr txBox="1"/>
          <p:nvPr/>
        </p:nvSpPr>
        <p:spPr>
          <a:xfrm>
            <a:off x="6985101" y="3666744"/>
            <a:ext cx="749808" cy="201168"/>
          </a:xfrm>
          <a:prstGeom prst="roundRect">
            <a:avLst>
              <a:gd name="adj" fmla="val 18547"/>
            </a:avLst>
          </a:prstGeom>
          <a:solidFill>
            <a:srgbClr val="1E1E1E"/>
          </a:solidFill>
        </p:spPr>
        <p:txBody>
          <a:bodyPr/>
          <a:lstStyle/>
          <a:p/>
        </p:txBody>
      </p:sp>
      <p:sp>
        <p:nvSpPr>
          <p:cNvPr id="46" name="st46"/>
          <p:cNvSpPr txBox="1"/>
          <p:nvPr/>
        </p:nvSpPr>
        <p:spPr>
          <a:xfrm>
            <a:off x="7003389" y="3685032"/>
            <a:ext cx="713232" cy="164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" dirty="0">
                <a:solidFill>
                  <a:srgbClr val="71809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● 退職</a:t>
            </a:r>
          </a:p>
        </p:txBody>
      </p:sp>
      <p:sp>
        <p:nvSpPr>
          <p:cNvPr id="900" name="panel900"/>
          <p:cNvSpPr txBox="1"/>
          <p:nvPr/>
        </p:nvSpPr>
        <p:spPr>
          <a:xfrm>
            <a:off x="0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  <p:sp>
        <p:nvSpPr>
          <p:cNvPr id="901" name="panel901"/>
          <p:cNvSpPr txBox="1"/>
          <p:nvPr/>
        </p:nvSpPr>
        <p:spPr>
          <a:xfrm>
            <a:off x="8009229" y="0"/>
            <a:ext cx="4182465" cy="6858000"/>
          </a:xfrm>
          <a:prstGeom prst="rect">
            <a:avLst/>
          </a:prstGeom>
          <a:solidFill>
            <a:schemeClr val="dk1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833</Words>
  <Application>Microsoft Office PowerPoint</Application>
  <PresentationFormat>ワイド画面</PresentationFormat>
  <Paragraphs>432</Paragraphs>
  <Slides>12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Noto Sans JP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兼松 暖奈</dc:creator>
  <cp:lastModifiedBy>兼松 暖奈</cp:lastModifiedBy>
  <cp:revision>6</cp:revision>
  <dcterms:created xsi:type="dcterms:W3CDTF">2026-05-22T05:28:52Z</dcterms:created>
  <dcterms:modified xsi:type="dcterms:W3CDTF">2026-05-24T04:01:30Z</dcterms:modified>
</cp:coreProperties>
</file>